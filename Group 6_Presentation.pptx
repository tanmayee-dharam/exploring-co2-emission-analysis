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webextensions/webextension1.xml" ContentType="application/vnd.ms-office.webextension+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sldIdLst>
    <p:sldId id="257" r:id="rId2"/>
    <p:sldId id="258" r:id="rId3"/>
    <p:sldId id="267" r:id="rId4"/>
    <p:sldId id="268" r:id="rId5"/>
    <p:sldId id="270" r:id="rId6"/>
    <p:sldId id="264" r:id="rId7"/>
    <p:sldId id="265" r:id="rId8"/>
    <p:sldId id="260" r:id="rId9"/>
    <p:sldId id="262" r:id="rId10"/>
    <p:sldId id="272" r:id="rId11"/>
    <p:sldId id="27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8FE7D7-F654-4C21-988A-610E15966198}" v="1" dt="2024-06-21T03:03:30.4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aram, Tanmayee Ashok" userId="S::txd220006@utdallas.edu::84d982b6-f11a-4b6e-b221-2c1409f68706" providerId="AD" clId="Web-{A1542D0F-FBC1-4B9E-AE93-EFAE7D9A0CD4}"/>
    <pc:docChg chg="addSld delSld modSld">
      <pc:chgData name="Dharam, Tanmayee Ashok" userId="S::txd220006@utdallas.edu::84d982b6-f11a-4b6e-b221-2c1409f68706" providerId="AD" clId="Web-{A1542D0F-FBC1-4B9E-AE93-EFAE7D9A0CD4}" dt="2024-04-30T05:56:25.045" v="58"/>
      <pc:docMkLst>
        <pc:docMk/>
      </pc:docMkLst>
      <pc:sldChg chg="addAnim modAnim">
        <pc:chgData name="Dharam, Tanmayee Ashok" userId="S::txd220006@utdallas.edu::84d982b6-f11a-4b6e-b221-2c1409f68706" providerId="AD" clId="Web-{A1542D0F-FBC1-4B9E-AE93-EFAE7D9A0CD4}" dt="2024-04-30T05:56:25.045" v="58"/>
        <pc:sldMkLst>
          <pc:docMk/>
          <pc:sldMk cId="2678442631" sldId="260"/>
        </pc:sldMkLst>
      </pc:sldChg>
      <pc:sldChg chg="modSp new">
        <pc:chgData name="Dharam, Tanmayee Ashok" userId="S::txd220006@utdallas.edu::84d982b6-f11a-4b6e-b221-2c1409f68706" providerId="AD" clId="Web-{A1542D0F-FBC1-4B9E-AE93-EFAE7D9A0CD4}" dt="2024-04-30T05:55:42.434" v="53" actId="20577"/>
        <pc:sldMkLst>
          <pc:docMk/>
          <pc:sldMk cId="2139832877" sldId="262"/>
        </pc:sldMkLst>
        <pc:spChg chg="mod">
          <ac:chgData name="Dharam, Tanmayee Ashok" userId="S::txd220006@utdallas.edu::84d982b6-f11a-4b6e-b221-2c1409f68706" providerId="AD" clId="Web-{A1542D0F-FBC1-4B9E-AE93-EFAE7D9A0CD4}" dt="2024-04-30T05:55:13.292" v="29" actId="20577"/>
          <ac:spMkLst>
            <pc:docMk/>
            <pc:sldMk cId="2139832877" sldId="262"/>
            <ac:spMk id="2" creationId="{C52139F6-446D-2AF5-32A6-E9227F29B7A8}"/>
          </ac:spMkLst>
        </pc:spChg>
        <pc:spChg chg="mod">
          <ac:chgData name="Dharam, Tanmayee Ashok" userId="S::txd220006@utdallas.edu::84d982b6-f11a-4b6e-b221-2c1409f68706" providerId="AD" clId="Web-{A1542D0F-FBC1-4B9E-AE93-EFAE7D9A0CD4}" dt="2024-04-30T05:55:42.434" v="53" actId="20577"/>
          <ac:spMkLst>
            <pc:docMk/>
            <pc:sldMk cId="2139832877" sldId="262"/>
            <ac:spMk id="3" creationId="{FD29C5F9-F10F-6C2A-7F66-687E9B702E8C}"/>
          </ac:spMkLst>
        </pc:spChg>
      </pc:sldChg>
      <pc:sldChg chg="addSp delSp modSp del">
        <pc:chgData name="Dharam, Tanmayee Ashok" userId="S::txd220006@utdallas.edu::84d982b6-f11a-4b6e-b221-2c1409f68706" providerId="AD" clId="Web-{A1542D0F-FBC1-4B9E-AE93-EFAE7D9A0CD4}" dt="2024-04-30T05:54:49.151" v="24"/>
        <pc:sldMkLst>
          <pc:docMk/>
          <pc:sldMk cId="3199475102" sldId="262"/>
        </pc:sldMkLst>
        <pc:spChg chg="add del mod">
          <ac:chgData name="Dharam, Tanmayee Ashok" userId="S::txd220006@utdallas.edu::84d982b6-f11a-4b6e-b221-2c1409f68706" providerId="AD" clId="Web-{A1542D0F-FBC1-4B9E-AE93-EFAE7D9A0CD4}" dt="2024-04-30T05:54:09.504" v="2"/>
          <ac:spMkLst>
            <pc:docMk/>
            <pc:sldMk cId="3199475102" sldId="262"/>
            <ac:spMk id="2" creationId="{E9E055DD-7B5A-8E83-CEAB-BDE5593B62BE}"/>
          </ac:spMkLst>
        </pc:spChg>
        <pc:spChg chg="mod">
          <ac:chgData name="Dharam, Tanmayee Ashok" userId="S::txd220006@utdallas.edu::84d982b6-f11a-4b6e-b221-2c1409f68706" providerId="AD" clId="Web-{A1542D0F-FBC1-4B9E-AE93-EFAE7D9A0CD4}" dt="2024-04-30T05:54:46.119" v="23" actId="20577"/>
          <ac:spMkLst>
            <pc:docMk/>
            <pc:sldMk cId="3199475102" sldId="262"/>
            <ac:spMk id="3" creationId="{55660A68-B0A5-4F9F-7A84-860DCF8E27FA}"/>
          </ac:spMkLst>
        </pc:spChg>
      </pc:sldChg>
    </pc:docChg>
  </pc:docChgLst>
  <pc:docChgLst>
    <pc:chgData name="Dharam, Tanmayee Ashok" userId="S::txd220006@utdallas.edu::84d982b6-f11a-4b6e-b221-2c1409f68706" providerId="AD" clId="Web-{B7914DC2-A97D-4F35-93CD-0FFE332DC19F}"/>
    <pc:docChg chg="addSld delSld modSld sldOrd">
      <pc:chgData name="Dharam, Tanmayee Ashok" userId="S::txd220006@utdallas.edu::84d982b6-f11a-4b6e-b221-2c1409f68706" providerId="AD" clId="Web-{B7914DC2-A97D-4F35-93CD-0FFE332DC19F}" dt="2024-04-30T06:10:12.812" v="76" actId="1076"/>
      <pc:docMkLst>
        <pc:docMk/>
      </pc:docMkLst>
      <pc:sldChg chg="addSp delSp modSp">
        <pc:chgData name="Dharam, Tanmayee Ashok" userId="S::txd220006@utdallas.edu::84d982b6-f11a-4b6e-b221-2c1409f68706" providerId="AD" clId="Web-{B7914DC2-A97D-4F35-93CD-0FFE332DC19F}" dt="2024-04-30T06:09:40.233" v="74" actId="20577"/>
        <pc:sldMkLst>
          <pc:docMk/>
          <pc:sldMk cId="546299831" sldId="259"/>
        </pc:sldMkLst>
        <pc:spChg chg="mod">
          <ac:chgData name="Dharam, Tanmayee Ashok" userId="S::txd220006@utdallas.edu::84d982b6-f11a-4b6e-b221-2c1409f68706" providerId="AD" clId="Web-{B7914DC2-A97D-4F35-93CD-0FFE332DC19F}" dt="2024-04-30T06:07:16.353" v="47" actId="20577"/>
          <ac:spMkLst>
            <pc:docMk/>
            <pc:sldMk cId="546299831" sldId="259"/>
            <ac:spMk id="2" creationId="{B7B0B928-F7A0-6DE1-E3DF-65A3F27E0928}"/>
          </ac:spMkLst>
        </pc:spChg>
        <pc:spChg chg="add del mod">
          <ac:chgData name="Dharam, Tanmayee Ashok" userId="S::txd220006@utdallas.edu::84d982b6-f11a-4b6e-b221-2c1409f68706" providerId="AD" clId="Web-{B7914DC2-A97D-4F35-93CD-0FFE332DC19F}" dt="2024-04-30T06:09:40.233" v="74" actId="20577"/>
          <ac:spMkLst>
            <pc:docMk/>
            <pc:sldMk cId="546299831" sldId="259"/>
            <ac:spMk id="3" creationId="{024A6784-EAE7-1D0D-C664-ECBB37C5A66E}"/>
          </ac:spMkLst>
        </pc:spChg>
        <pc:spChg chg="add del">
          <ac:chgData name="Dharam, Tanmayee Ashok" userId="S::txd220006@utdallas.edu::84d982b6-f11a-4b6e-b221-2c1409f68706" providerId="AD" clId="Web-{B7914DC2-A97D-4F35-93CD-0FFE332DC19F}" dt="2024-04-30T06:08:59.622" v="59"/>
          <ac:spMkLst>
            <pc:docMk/>
            <pc:sldMk cId="546299831" sldId="259"/>
            <ac:spMk id="7" creationId="{5592E69C-C3A7-F6E6-76CB-1CA3B75FAB96}"/>
          </ac:spMkLst>
        </pc:spChg>
        <pc:picChg chg="add del mod ord">
          <ac:chgData name="Dharam, Tanmayee Ashok" userId="S::txd220006@utdallas.edu::84d982b6-f11a-4b6e-b221-2c1409f68706" providerId="AD" clId="Web-{B7914DC2-A97D-4F35-93CD-0FFE332DC19F}" dt="2024-04-30T06:08:18.871" v="49"/>
          <ac:picMkLst>
            <pc:docMk/>
            <pc:sldMk cId="546299831" sldId="259"/>
            <ac:picMk id="4" creationId="{58F22384-CBFE-C717-8A48-6E72345E455F}"/>
          </ac:picMkLst>
        </pc:picChg>
        <pc:picChg chg="add del mod ord">
          <ac:chgData name="Dharam, Tanmayee Ashok" userId="S::txd220006@utdallas.edu::84d982b6-f11a-4b6e-b221-2c1409f68706" providerId="AD" clId="Web-{B7914DC2-A97D-4F35-93CD-0FFE332DC19F}" dt="2024-04-30T06:08:23.590" v="51"/>
          <ac:picMkLst>
            <pc:docMk/>
            <pc:sldMk cId="546299831" sldId="259"/>
            <ac:picMk id="5" creationId="{2261A79F-0173-F46B-0E0D-9C904BD21529}"/>
          </ac:picMkLst>
        </pc:picChg>
        <pc:picChg chg="add del mod ord">
          <ac:chgData name="Dharam, Tanmayee Ashok" userId="S::txd220006@utdallas.edu::84d982b6-f11a-4b6e-b221-2c1409f68706" providerId="AD" clId="Web-{B7914DC2-A97D-4F35-93CD-0FFE332DC19F}" dt="2024-04-30T06:08:39.309" v="55"/>
          <ac:picMkLst>
            <pc:docMk/>
            <pc:sldMk cId="546299831" sldId="259"/>
            <ac:picMk id="6" creationId="{7D0C03CD-EAB4-BCBB-6E4D-BA5ACE6454D0}"/>
          </ac:picMkLst>
        </pc:picChg>
        <pc:picChg chg="add del mod ord">
          <ac:chgData name="Dharam, Tanmayee Ashok" userId="S::txd220006@utdallas.edu::84d982b6-f11a-4b6e-b221-2c1409f68706" providerId="AD" clId="Web-{B7914DC2-A97D-4F35-93CD-0FFE332DC19F}" dt="2024-04-30T06:08:50.872" v="58"/>
          <ac:picMkLst>
            <pc:docMk/>
            <pc:sldMk cId="546299831" sldId="259"/>
            <ac:picMk id="8" creationId="{16CF231D-90AF-E239-898B-2352D0927649}"/>
          </ac:picMkLst>
        </pc:picChg>
        <pc:picChg chg="add mod modCrop">
          <ac:chgData name="Dharam, Tanmayee Ashok" userId="S::txd220006@utdallas.edu::84d982b6-f11a-4b6e-b221-2c1409f68706" providerId="AD" clId="Web-{B7914DC2-A97D-4F35-93CD-0FFE332DC19F}" dt="2024-04-30T06:09:35.342" v="71" actId="1076"/>
          <ac:picMkLst>
            <pc:docMk/>
            <pc:sldMk cId="546299831" sldId="259"/>
            <ac:picMk id="9" creationId="{05449DD6-50C2-87EB-F43B-9F43B932D522}"/>
          </ac:picMkLst>
        </pc:picChg>
      </pc:sldChg>
      <pc:sldChg chg="delSp modSp">
        <pc:chgData name="Dharam, Tanmayee Ashok" userId="S::txd220006@utdallas.edu::84d982b6-f11a-4b6e-b221-2c1409f68706" providerId="AD" clId="Web-{B7914DC2-A97D-4F35-93CD-0FFE332DC19F}" dt="2024-04-30T06:05:27.162" v="16" actId="14100"/>
        <pc:sldMkLst>
          <pc:docMk/>
          <pc:sldMk cId="2678442631" sldId="260"/>
        </pc:sldMkLst>
        <pc:spChg chg="mod">
          <ac:chgData name="Dharam, Tanmayee Ashok" userId="S::txd220006@utdallas.edu::84d982b6-f11a-4b6e-b221-2c1409f68706" providerId="AD" clId="Web-{B7914DC2-A97D-4F35-93CD-0FFE332DC19F}" dt="2024-04-30T06:05:27.162" v="16" actId="14100"/>
          <ac:spMkLst>
            <pc:docMk/>
            <pc:sldMk cId="2678442631" sldId="260"/>
            <ac:spMk id="3" creationId="{28401732-1985-C9E5-2B66-E8C0E4FB4D89}"/>
          </ac:spMkLst>
        </pc:spChg>
        <pc:picChg chg="del">
          <ac:chgData name="Dharam, Tanmayee Ashok" userId="S::txd220006@utdallas.edu::84d982b6-f11a-4b6e-b221-2c1409f68706" providerId="AD" clId="Web-{B7914DC2-A97D-4F35-93CD-0FFE332DC19F}" dt="2024-04-30T06:05:22.240" v="15"/>
          <ac:picMkLst>
            <pc:docMk/>
            <pc:sldMk cId="2678442631" sldId="260"/>
            <ac:picMk id="4" creationId="{C8A86C39-DC87-1BCC-0283-F476A27F73E3}"/>
          </ac:picMkLst>
        </pc:picChg>
      </pc:sldChg>
      <pc:sldChg chg="addSp delSp modSp">
        <pc:chgData name="Dharam, Tanmayee Ashok" userId="S::txd220006@utdallas.edu::84d982b6-f11a-4b6e-b221-2c1409f68706" providerId="AD" clId="Web-{B7914DC2-A97D-4F35-93CD-0FFE332DC19F}" dt="2024-04-30T06:04:30.175" v="14"/>
        <pc:sldMkLst>
          <pc:docMk/>
          <pc:sldMk cId="312295711" sldId="261"/>
        </pc:sldMkLst>
        <pc:spChg chg="add mod">
          <ac:chgData name="Dharam, Tanmayee Ashok" userId="S::txd220006@utdallas.edu::84d982b6-f11a-4b6e-b221-2c1409f68706" providerId="AD" clId="Web-{B7914DC2-A97D-4F35-93CD-0FFE332DC19F}" dt="2024-04-30T06:03:56.721" v="6" actId="1076"/>
          <ac:spMkLst>
            <pc:docMk/>
            <pc:sldMk cId="312295711" sldId="261"/>
            <ac:spMk id="3" creationId="{A23888AD-F28B-1568-12D6-58CA7C3D6487}"/>
          </ac:spMkLst>
        </pc:spChg>
        <pc:picChg chg="add del mod">
          <ac:chgData name="Dharam, Tanmayee Ashok" userId="S::txd220006@utdallas.edu::84d982b6-f11a-4b6e-b221-2c1409f68706" providerId="AD" clId="Web-{B7914DC2-A97D-4F35-93CD-0FFE332DC19F}" dt="2024-04-30T06:04:30.175" v="14"/>
          <ac:picMkLst>
            <pc:docMk/>
            <pc:sldMk cId="312295711" sldId="261"/>
            <ac:picMk id="6" creationId="{E8811959-4716-3CC3-BF6C-69F512434F23}"/>
          </ac:picMkLst>
        </pc:picChg>
      </pc:sldChg>
      <pc:sldChg chg="addSp modSp">
        <pc:chgData name="Dharam, Tanmayee Ashok" userId="S::txd220006@utdallas.edu::84d982b6-f11a-4b6e-b221-2c1409f68706" providerId="AD" clId="Web-{B7914DC2-A97D-4F35-93CD-0FFE332DC19F}" dt="2024-04-30T06:10:12.812" v="76" actId="1076"/>
        <pc:sldMkLst>
          <pc:docMk/>
          <pc:sldMk cId="2139832877" sldId="262"/>
        </pc:sldMkLst>
        <pc:picChg chg="add mod">
          <ac:chgData name="Dharam, Tanmayee Ashok" userId="S::txd220006@utdallas.edu::84d982b6-f11a-4b6e-b221-2c1409f68706" providerId="AD" clId="Web-{B7914DC2-A97D-4F35-93CD-0FFE332DC19F}" dt="2024-04-30T06:10:12.812" v="76" actId="1076"/>
          <ac:picMkLst>
            <pc:docMk/>
            <pc:sldMk cId="2139832877" sldId="262"/>
            <ac:picMk id="4" creationId="{115B4D26-3638-44D2-8C3F-22264FE0F0EF}"/>
          </ac:picMkLst>
        </pc:picChg>
      </pc:sldChg>
      <pc:sldChg chg="modSp new">
        <pc:chgData name="Dharam, Tanmayee Ashok" userId="S::txd220006@utdallas.edu::84d982b6-f11a-4b6e-b221-2c1409f68706" providerId="AD" clId="Web-{B7914DC2-A97D-4F35-93CD-0FFE332DC19F}" dt="2024-04-30T06:06:07.147" v="26" actId="20577"/>
        <pc:sldMkLst>
          <pc:docMk/>
          <pc:sldMk cId="1567880173" sldId="263"/>
        </pc:sldMkLst>
        <pc:spChg chg="mod">
          <ac:chgData name="Dharam, Tanmayee Ashok" userId="S::txd220006@utdallas.edu::84d982b6-f11a-4b6e-b221-2c1409f68706" providerId="AD" clId="Web-{B7914DC2-A97D-4F35-93CD-0FFE332DC19F}" dt="2024-04-30T06:06:07.147" v="26" actId="20577"/>
          <ac:spMkLst>
            <pc:docMk/>
            <pc:sldMk cId="1567880173" sldId="263"/>
            <ac:spMk id="2" creationId="{D5724E86-CD9B-D8D1-0FB7-6954F10429EC}"/>
          </ac:spMkLst>
        </pc:spChg>
      </pc:sldChg>
      <pc:sldChg chg="new ord">
        <pc:chgData name="Dharam, Tanmayee Ashok" userId="S::txd220006@utdallas.edu::84d982b6-f11a-4b6e-b221-2c1409f68706" providerId="AD" clId="Web-{B7914DC2-A97D-4F35-93CD-0FFE332DC19F}" dt="2024-04-30T06:06:57.930" v="44"/>
        <pc:sldMkLst>
          <pc:docMk/>
          <pc:sldMk cId="2181605766" sldId="264"/>
        </pc:sldMkLst>
      </pc:sldChg>
      <pc:sldChg chg="new del">
        <pc:chgData name="Dharam, Tanmayee Ashok" userId="S::txd220006@utdallas.edu::84d982b6-f11a-4b6e-b221-2c1409f68706" providerId="AD" clId="Web-{B7914DC2-A97D-4F35-93CD-0FFE332DC19F}" dt="2024-04-30T06:10:05.921" v="75"/>
        <pc:sldMkLst>
          <pc:docMk/>
          <pc:sldMk cId="3252025788" sldId="265"/>
        </pc:sldMkLst>
      </pc:sldChg>
    </pc:docChg>
  </pc:docChgLst>
  <pc:docChgLst>
    <pc:chgData name="Dharam, Tanmayee Ashok" userId="S::txd220006@utdallas.edu::84d982b6-f11a-4b6e-b221-2c1409f68706" providerId="AD" clId="Web-{D249D6DA-8169-4455-8D7D-864A8CE1202B}"/>
    <pc:docChg chg="modSld">
      <pc:chgData name="Dharam, Tanmayee Ashok" userId="S::txd220006@utdallas.edu::84d982b6-f11a-4b6e-b221-2c1409f68706" providerId="AD" clId="Web-{D249D6DA-8169-4455-8D7D-864A8CE1202B}" dt="2024-04-30T05:35:21.331" v="168" actId="20577"/>
      <pc:docMkLst>
        <pc:docMk/>
      </pc:docMkLst>
      <pc:sldChg chg="addSp delSp modSp mod setBg">
        <pc:chgData name="Dharam, Tanmayee Ashok" userId="S::txd220006@utdallas.edu::84d982b6-f11a-4b6e-b221-2c1409f68706" providerId="AD" clId="Web-{D249D6DA-8169-4455-8D7D-864A8CE1202B}" dt="2024-04-30T05:29:33.257" v="87" actId="14100"/>
        <pc:sldMkLst>
          <pc:docMk/>
          <pc:sldMk cId="1073684111" sldId="258"/>
        </pc:sldMkLst>
        <pc:spChg chg="mod">
          <ac:chgData name="Dharam, Tanmayee Ashok" userId="S::txd220006@utdallas.edu::84d982b6-f11a-4b6e-b221-2c1409f68706" providerId="AD" clId="Web-{D249D6DA-8169-4455-8D7D-864A8CE1202B}" dt="2024-04-30T05:27:04.736" v="66" actId="14100"/>
          <ac:spMkLst>
            <pc:docMk/>
            <pc:sldMk cId="1073684111" sldId="258"/>
            <ac:spMk id="2" creationId="{255DC274-70E9-0961-73D0-9E6481DD7243}"/>
          </ac:spMkLst>
        </pc:spChg>
        <pc:spChg chg="mod ord">
          <ac:chgData name="Dharam, Tanmayee Ashok" userId="S::txd220006@utdallas.edu::84d982b6-f11a-4b6e-b221-2c1409f68706" providerId="AD" clId="Web-{D249D6DA-8169-4455-8D7D-864A8CE1202B}" dt="2024-04-30T05:29:33.257" v="87" actId="14100"/>
          <ac:spMkLst>
            <pc:docMk/>
            <pc:sldMk cId="1073684111" sldId="258"/>
            <ac:spMk id="3" creationId="{EB3CA6D1-D630-DDC5-6C3A-6C4CFC463B8D}"/>
          </ac:spMkLst>
        </pc:spChg>
        <pc:spChg chg="add del">
          <ac:chgData name="Dharam, Tanmayee Ashok" userId="S::txd220006@utdallas.edu::84d982b6-f11a-4b6e-b221-2c1409f68706" providerId="AD" clId="Web-{D249D6DA-8169-4455-8D7D-864A8CE1202B}" dt="2024-04-30T05:21:21.208" v="36"/>
          <ac:spMkLst>
            <pc:docMk/>
            <pc:sldMk cId="1073684111" sldId="258"/>
            <ac:spMk id="9" creationId="{DBD8E57A-9AA0-47CB-B60B-90A53E81BA8C}"/>
          </ac:spMkLst>
        </pc:spChg>
        <pc:spChg chg="add del">
          <ac:chgData name="Dharam, Tanmayee Ashok" userId="S::txd220006@utdallas.edu::84d982b6-f11a-4b6e-b221-2c1409f68706" providerId="AD" clId="Web-{D249D6DA-8169-4455-8D7D-864A8CE1202B}" dt="2024-04-30T05:26:51.470" v="64"/>
          <ac:spMkLst>
            <pc:docMk/>
            <pc:sldMk cId="1073684111" sldId="258"/>
            <ac:spMk id="25" creationId="{8BC18E71-110D-4FB6-A411-14268735DB82}"/>
          </ac:spMkLst>
        </pc:spChg>
        <pc:spChg chg="add del">
          <ac:chgData name="Dharam, Tanmayee Ashok" userId="S::txd220006@utdallas.edu::84d982b6-f11a-4b6e-b221-2c1409f68706" providerId="AD" clId="Web-{D249D6DA-8169-4455-8D7D-864A8CE1202B}" dt="2024-04-30T05:26:51.470" v="64"/>
          <ac:spMkLst>
            <pc:docMk/>
            <pc:sldMk cId="1073684111" sldId="258"/>
            <ac:spMk id="27" creationId="{C2A922FF-5D1B-444A-AA3F-33B14B877852}"/>
          </ac:spMkLst>
        </pc:spChg>
        <pc:spChg chg="add del">
          <ac:chgData name="Dharam, Tanmayee Ashok" userId="S::txd220006@utdallas.edu::84d982b6-f11a-4b6e-b221-2c1409f68706" providerId="AD" clId="Web-{D249D6DA-8169-4455-8D7D-864A8CE1202B}" dt="2024-04-30T05:26:51.470" v="64"/>
          <ac:spMkLst>
            <pc:docMk/>
            <pc:sldMk cId="1073684111" sldId="258"/>
            <ac:spMk id="29" creationId="{4842F084-28AE-458A-9633-FBC3E2A691B3}"/>
          </ac:spMkLst>
        </pc:spChg>
        <pc:spChg chg="add del">
          <ac:chgData name="Dharam, Tanmayee Ashok" userId="S::txd220006@utdallas.edu::84d982b6-f11a-4b6e-b221-2c1409f68706" providerId="AD" clId="Web-{D249D6DA-8169-4455-8D7D-864A8CE1202B}" dt="2024-04-30T05:26:51.470" v="64"/>
          <ac:spMkLst>
            <pc:docMk/>
            <pc:sldMk cId="1073684111" sldId="258"/>
            <ac:spMk id="31" creationId="{26B38427-698A-4037-8803-2E4F11C55383}"/>
          </ac:spMkLst>
        </pc:spChg>
        <pc:spChg chg="add del">
          <ac:chgData name="Dharam, Tanmayee Ashok" userId="S::txd220006@utdallas.edu::84d982b6-f11a-4b6e-b221-2c1409f68706" providerId="AD" clId="Web-{D249D6DA-8169-4455-8D7D-864A8CE1202B}" dt="2024-04-30T05:26:51.470" v="64"/>
          <ac:spMkLst>
            <pc:docMk/>
            <pc:sldMk cId="1073684111" sldId="258"/>
            <ac:spMk id="33" creationId="{0CA5ED4B-E306-4431-876E-C91851D3EF63}"/>
          </ac:spMkLst>
        </pc:spChg>
        <pc:spChg chg="add del">
          <ac:chgData name="Dharam, Tanmayee Ashok" userId="S::txd220006@utdallas.edu::84d982b6-f11a-4b6e-b221-2c1409f68706" providerId="AD" clId="Web-{D249D6DA-8169-4455-8D7D-864A8CE1202B}" dt="2024-04-30T05:26:51.470" v="64"/>
          <ac:spMkLst>
            <pc:docMk/>
            <pc:sldMk cId="1073684111" sldId="258"/>
            <ac:spMk id="35" creationId="{F6678D8D-0F79-43DA-8E1A-D0F97435B291}"/>
          </ac:spMkLst>
        </pc:spChg>
        <pc:spChg chg="add">
          <ac:chgData name="Dharam, Tanmayee Ashok" userId="S::txd220006@utdallas.edu::84d982b6-f11a-4b6e-b221-2c1409f68706" providerId="AD" clId="Web-{D249D6DA-8169-4455-8D7D-864A8CE1202B}" dt="2024-04-30T05:26:51.470" v="64"/>
          <ac:spMkLst>
            <pc:docMk/>
            <pc:sldMk cId="1073684111" sldId="258"/>
            <ac:spMk id="40" creationId="{AD96FDFD-4E42-4A06-B8B5-768A1DB9C2A9}"/>
          </ac:spMkLst>
        </pc:spChg>
        <pc:grpChg chg="add del">
          <ac:chgData name="Dharam, Tanmayee Ashok" userId="S::txd220006@utdallas.edu::84d982b6-f11a-4b6e-b221-2c1409f68706" providerId="AD" clId="Web-{D249D6DA-8169-4455-8D7D-864A8CE1202B}" dt="2024-04-30T05:21:21.208" v="36"/>
          <ac:grpSpMkLst>
            <pc:docMk/>
            <pc:sldMk cId="1073684111" sldId="258"/>
            <ac:grpSpMk id="11" creationId="{2FB6FA19-CDFD-4139-9F54-9FB78EB54FCF}"/>
          </ac:grpSpMkLst>
        </pc:grpChg>
        <pc:picChg chg="add del mod">
          <ac:chgData name="Dharam, Tanmayee Ashok" userId="S::txd220006@utdallas.edu::84d982b6-f11a-4b6e-b221-2c1409f68706" providerId="AD" clId="Web-{D249D6DA-8169-4455-8D7D-864A8CE1202B}" dt="2024-04-30T05:20:15.956" v="22"/>
          <ac:picMkLst>
            <pc:docMk/>
            <pc:sldMk cId="1073684111" sldId="258"/>
            <ac:picMk id="4" creationId="{ECDE1713-9361-2D2A-5047-F50E0DFDF017}"/>
          </ac:picMkLst>
        </pc:picChg>
        <pc:picChg chg="add del mod ord">
          <ac:chgData name="Dharam, Tanmayee Ashok" userId="S::txd220006@utdallas.edu::84d982b6-f11a-4b6e-b221-2c1409f68706" providerId="AD" clId="Web-{D249D6DA-8169-4455-8D7D-864A8CE1202B}" dt="2024-04-30T05:21:52.787" v="44"/>
          <ac:picMkLst>
            <pc:docMk/>
            <pc:sldMk cId="1073684111" sldId="258"/>
            <ac:picMk id="5" creationId="{CBE14F8C-E418-7478-F0CC-377B98BA8E9D}"/>
          </ac:picMkLst>
        </pc:picChg>
        <pc:picChg chg="add del mod">
          <ac:chgData name="Dharam, Tanmayee Ashok" userId="S::txd220006@utdallas.edu::84d982b6-f11a-4b6e-b221-2c1409f68706" providerId="AD" clId="Web-{D249D6DA-8169-4455-8D7D-864A8CE1202B}" dt="2024-04-30T05:21:54.475" v="45"/>
          <ac:picMkLst>
            <pc:docMk/>
            <pc:sldMk cId="1073684111" sldId="258"/>
            <ac:picMk id="6" creationId="{1903E11D-5C89-4BC2-541E-1CE884E8EB7A}"/>
          </ac:picMkLst>
        </pc:picChg>
        <pc:picChg chg="add del mod">
          <ac:chgData name="Dharam, Tanmayee Ashok" userId="S::txd220006@utdallas.edu::84d982b6-f11a-4b6e-b221-2c1409f68706" providerId="AD" clId="Web-{D249D6DA-8169-4455-8D7D-864A8CE1202B}" dt="2024-04-30T05:21:51.319" v="43"/>
          <ac:picMkLst>
            <pc:docMk/>
            <pc:sldMk cId="1073684111" sldId="258"/>
            <ac:picMk id="7" creationId="{08B1DFB9-DC1E-BE5E-93FB-65097C12E11B}"/>
          </ac:picMkLst>
        </pc:picChg>
        <pc:picChg chg="add mod ord">
          <ac:chgData name="Dharam, Tanmayee Ashok" userId="S::txd220006@utdallas.edu::84d982b6-f11a-4b6e-b221-2c1409f68706" providerId="AD" clId="Web-{D249D6DA-8169-4455-8D7D-864A8CE1202B}" dt="2024-04-30T05:28:13.519" v="79" actId="1076"/>
          <ac:picMkLst>
            <pc:docMk/>
            <pc:sldMk cId="1073684111" sldId="258"/>
            <ac:picMk id="8" creationId="{ECF7A325-CD88-FDC1-8F87-FA2E816972F8}"/>
          </ac:picMkLst>
        </pc:picChg>
        <pc:picChg chg="add mod ord">
          <ac:chgData name="Dharam, Tanmayee Ashok" userId="S::txd220006@utdallas.edu::84d982b6-f11a-4b6e-b221-2c1409f68706" providerId="AD" clId="Web-{D249D6DA-8169-4455-8D7D-864A8CE1202B}" dt="2024-04-30T05:27:35.096" v="72" actId="1076"/>
          <ac:picMkLst>
            <pc:docMk/>
            <pc:sldMk cId="1073684111" sldId="258"/>
            <ac:picMk id="10" creationId="{4C020CC8-7CB3-9ECF-0F0A-88B83E103008}"/>
          </ac:picMkLst>
        </pc:picChg>
        <pc:picChg chg="add mod modCrop">
          <ac:chgData name="Dharam, Tanmayee Ashok" userId="S::txd220006@utdallas.edu::84d982b6-f11a-4b6e-b221-2c1409f68706" providerId="AD" clId="Web-{D249D6DA-8169-4455-8D7D-864A8CE1202B}" dt="2024-04-30T05:27:31.299" v="71" actId="1076"/>
          <ac:picMkLst>
            <pc:docMk/>
            <pc:sldMk cId="1073684111" sldId="258"/>
            <ac:picMk id="16" creationId="{8886B38E-9497-2156-9734-151E8A45ADB6}"/>
          </ac:picMkLst>
        </pc:picChg>
        <pc:cxnChg chg="add del">
          <ac:chgData name="Dharam, Tanmayee Ashok" userId="S::txd220006@utdallas.edu::84d982b6-f11a-4b6e-b221-2c1409f68706" providerId="AD" clId="Web-{D249D6DA-8169-4455-8D7D-864A8CE1202B}" dt="2024-04-30T05:21:31.052" v="38"/>
          <ac:cxnSpMkLst>
            <pc:docMk/>
            <pc:sldMk cId="1073684111" sldId="258"/>
            <ac:cxnSpMk id="20" creationId="{1503BFE4-729B-D9D0-C17B-501E6AF1127A}"/>
          </ac:cxnSpMkLst>
        </pc:cxnChg>
      </pc:sldChg>
      <pc:sldChg chg="addSp delSp modSp">
        <pc:chgData name="Dharam, Tanmayee Ashok" userId="S::txd220006@utdallas.edu::84d982b6-f11a-4b6e-b221-2c1409f68706" providerId="AD" clId="Web-{D249D6DA-8169-4455-8D7D-864A8CE1202B}" dt="2024-04-30T05:35:21.331" v="168" actId="20577"/>
        <pc:sldMkLst>
          <pc:docMk/>
          <pc:sldMk cId="2678442631" sldId="260"/>
        </pc:sldMkLst>
        <pc:spChg chg="mod">
          <ac:chgData name="Dharam, Tanmayee Ashok" userId="S::txd220006@utdallas.edu::84d982b6-f11a-4b6e-b221-2c1409f68706" providerId="AD" clId="Web-{D249D6DA-8169-4455-8D7D-864A8CE1202B}" dt="2024-04-30T05:35:21.331" v="168" actId="20577"/>
          <ac:spMkLst>
            <pc:docMk/>
            <pc:sldMk cId="2678442631" sldId="260"/>
            <ac:spMk id="2" creationId="{7CE57E25-B96D-3C99-CBCA-FE6C0357A415}"/>
          </ac:spMkLst>
        </pc:spChg>
        <pc:spChg chg="add del">
          <ac:chgData name="Dharam, Tanmayee Ashok" userId="S::txd220006@utdallas.edu::84d982b6-f11a-4b6e-b221-2c1409f68706" providerId="AD" clId="Web-{D249D6DA-8169-4455-8D7D-864A8CE1202B}" dt="2024-04-30T05:34:45.299" v="146"/>
          <ac:spMkLst>
            <pc:docMk/>
            <pc:sldMk cId="2678442631" sldId="260"/>
            <ac:spMk id="3" creationId="{28401732-1985-C9E5-2B66-E8C0E4FB4D89}"/>
          </ac:spMkLst>
        </pc:spChg>
        <pc:picChg chg="add del mod ord">
          <ac:chgData name="Dharam, Tanmayee Ashok" userId="S::txd220006@utdallas.edu::84d982b6-f11a-4b6e-b221-2c1409f68706" providerId="AD" clId="Web-{D249D6DA-8169-4455-8D7D-864A8CE1202B}" dt="2024-04-30T05:34:26.236" v="140"/>
          <ac:picMkLst>
            <pc:docMk/>
            <pc:sldMk cId="2678442631" sldId="260"/>
            <ac:picMk id="4" creationId="{107D17D4-68BA-F420-1A23-8BE0308AC4AF}"/>
          </ac:picMkLst>
        </pc:picChg>
        <pc:picChg chg="add del mod ord">
          <ac:chgData name="Dharam, Tanmayee Ashok" userId="S::txd220006@utdallas.edu::84d982b6-f11a-4b6e-b221-2c1409f68706" providerId="AD" clId="Web-{D249D6DA-8169-4455-8D7D-864A8CE1202B}" dt="2024-04-30T05:34:45.299" v="146"/>
          <ac:picMkLst>
            <pc:docMk/>
            <pc:sldMk cId="2678442631" sldId="260"/>
            <ac:picMk id="5" creationId="{9E800C09-8A9F-F1FF-283F-C089193AB0A3}"/>
          </ac:picMkLst>
        </pc:picChg>
      </pc:sldChg>
      <pc:sldChg chg="addSp delSp modSp">
        <pc:chgData name="Dharam, Tanmayee Ashok" userId="S::txd220006@utdallas.edu::84d982b6-f11a-4b6e-b221-2c1409f68706" providerId="AD" clId="Web-{D249D6DA-8169-4455-8D7D-864A8CE1202B}" dt="2024-04-30T05:33:22.093" v="125" actId="1076"/>
        <pc:sldMkLst>
          <pc:docMk/>
          <pc:sldMk cId="312295711" sldId="261"/>
        </pc:sldMkLst>
        <pc:spChg chg="mod">
          <ac:chgData name="Dharam, Tanmayee Ashok" userId="S::txd220006@utdallas.edu::84d982b6-f11a-4b6e-b221-2c1409f68706" providerId="AD" clId="Web-{D249D6DA-8169-4455-8D7D-864A8CE1202B}" dt="2024-04-30T05:32:31.653" v="115" actId="20577"/>
          <ac:spMkLst>
            <pc:docMk/>
            <pc:sldMk cId="312295711" sldId="261"/>
            <ac:spMk id="2" creationId="{6782F3EA-762C-0EF6-A8C7-FCC696C69755}"/>
          </ac:spMkLst>
        </pc:spChg>
        <pc:spChg chg="del mod">
          <ac:chgData name="Dharam, Tanmayee Ashok" userId="S::txd220006@utdallas.edu::84d982b6-f11a-4b6e-b221-2c1409f68706" providerId="AD" clId="Web-{D249D6DA-8169-4455-8D7D-864A8CE1202B}" dt="2024-04-30T05:32:49.935" v="118"/>
          <ac:spMkLst>
            <pc:docMk/>
            <pc:sldMk cId="312295711" sldId="261"/>
            <ac:spMk id="3" creationId="{8C839AB9-29C6-0468-FFD9-C00C70F73D3C}"/>
          </ac:spMkLst>
        </pc:spChg>
        <pc:picChg chg="add mod ord">
          <ac:chgData name="Dharam, Tanmayee Ashok" userId="S::txd220006@utdallas.edu::84d982b6-f11a-4b6e-b221-2c1409f68706" providerId="AD" clId="Web-{D249D6DA-8169-4455-8D7D-864A8CE1202B}" dt="2024-04-30T05:33:22.093" v="125" actId="1076"/>
          <ac:picMkLst>
            <pc:docMk/>
            <pc:sldMk cId="312295711" sldId="261"/>
            <ac:picMk id="4" creationId="{A621D472-CAF2-4CAD-A3D1-2CC289A4A8F4}"/>
          </ac:picMkLst>
        </pc:picChg>
      </pc:sldChg>
    </pc:docChg>
  </pc:docChgLst>
  <pc:docChgLst>
    <pc:chgData name="Dharam, Tanmayee Ashok" userId="S::txd220006@utdallas.edu::84d982b6-f11a-4b6e-b221-2c1409f68706" providerId="AD" clId="Web-{917E6B6C-2320-4303-8AA2-66414B5AEFEE}"/>
    <pc:docChg chg="modSld">
      <pc:chgData name="Dharam, Tanmayee Ashok" userId="S::txd220006@utdallas.edu::84d982b6-f11a-4b6e-b221-2c1409f68706" providerId="AD" clId="Web-{917E6B6C-2320-4303-8AA2-66414B5AEFEE}" dt="2024-04-30T03:05:46.649" v="12" actId="20577"/>
      <pc:docMkLst>
        <pc:docMk/>
      </pc:docMkLst>
      <pc:sldChg chg="modSp">
        <pc:chgData name="Dharam, Tanmayee Ashok" userId="S::txd220006@utdallas.edu::84d982b6-f11a-4b6e-b221-2c1409f68706" providerId="AD" clId="Web-{917E6B6C-2320-4303-8AA2-66414B5AEFEE}" dt="2024-04-30T03:05:46.649" v="12" actId="20577"/>
        <pc:sldMkLst>
          <pc:docMk/>
          <pc:sldMk cId="2623330374" sldId="257"/>
        </pc:sldMkLst>
        <pc:spChg chg="mod">
          <ac:chgData name="Dharam, Tanmayee Ashok" userId="S::txd220006@utdallas.edu::84d982b6-f11a-4b6e-b221-2c1409f68706" providerId="AD" clId="Web-{917E6B6C-2320-4303-8AA2-66414B5AEFEE}" dt="2024-04-30T03:05:46.649" v="12" actId="20577"/>
          <ac:spMkLst>
            <pc:docMk/>
            <pc:sldMk cId="2623330374" sldId="257"/>
            <ac:spMk id="41" creationId="{A114BF29-E23C-F332-5A42-42503B1D9291}"/>
          </ac:spMkLst>
        </pc:spChg>
      </pc:sldChg>
    </pc:docChg>
  </pc:docChgLst>
  <pc:docChgLst>
    <pc:chgData name="Boddu, Venkat Keerthan" userId="S::vxb210054@utdallas.edu::33310751-8920-4198-9370-b37fe7eff469" providerId="AD" clId="Web-{9687F80F-5D00-E813-091B-D0A423A46F06}"/>
    <pc:docChg chg="delSld modSld">
      <pc:chgData name="Boddu, Venkat Keerthan" userId="S::vxb210054@utdallas.edu::33310751-8920-4198-9370-b37fe7eff469" providerId="AD" clId="Web-{9687F80F-5D00-E813-091B-D0A423A46F06}" dt="2024-04-30T18:46:53.376" v="46"/>
      <pc:docMkLst>
        <pc:docMk/>
      </pc:docMkLst>
      <pc:sldChg chg="del">
        <pc:chgData name="Boddu, Venkat Keerthan" userId="S::vxb210054@utdallas.edu::33310751-8920-4198-9370-b37fe7eff469" providerId="AD" clId="Web-{9687F80F-5D00-E813-091B-D0A423A46F06}" dt="2024-04-30T18:35:22.492" v="8"/>
        <pc:sldMkLst>
          <pc:docMk/>
          <pc:sldMk cId="546299831" sldId="259"/>
        </pc:sldMkLst>
      </pc:sldChg>
      <pc:sldChg chg="modSp del">
        <pc:chgData name="Boddu, Venkat Keerthan" userId="S::vxb210054@utdallas.edu::33310751-8920-4198-9370-b37fe7eff469" providerId="AD" clId="Web-{9687F80F-5D00-E813-091B-D0A423A46F06}" dt="2024-04-30T18:36:43.479" v="9"/>
        <pc:sldMkLst>
          <pc:docMk/>
          <pc:sldMk cId="3044150281" sldId="269"/>
        </pc:sldMkLst>
        <pc:spChg chg="mod">
          <ac:chgData name="Boddu, Venkat Keerthan" userId="S::vxb210054@utdallas.edu::33310751-8920-4198-9370-b37fe7eff469" providerId="AD" clId="Web-{9687F80F-5D00-E813-091B-D0A423A46F06}" dt="2024-04-30T18:00:20.135" v="7" actId="20577"/>
          <ac:spMkLst>
            <pc:docMk/>
            <pc:sldMk cId="3044150281" sldId="269"/>
            <ac:spMk id="5" creationId="{28E14994-15C9-4427-1729-EB4A41D67A7B}"/>
          </ac:spMkLst>
        </pc:spChg>
      </pc:sldChg>
      <pc:sldChg chg="modSp">
        <pc:chgData name="Boddu, Venkat Keerthan" userId="S::vxb210054@utdallas.edu::33310751-8920-4198-9370-b37fe7eff469" providerId="AD" clId="Web-{9687F80F-5D00-E813-091B-D0A423A46F06}" dt="2024-04-30T18:45:04.435" v="29" actId="20577"/>
        <pc:sldMkLst>
          <pc:docMk/>
          <pc:sldMk cId="339040733" sldId="270"/>
        </pc:sldMkLst>
        <pc:spChg chg="mod">
          <ac:chgData name="Boddu, Venkat Keerthan" userId="S::vxb210054@utdallas.edu::33310751-8920-4198-9370-b37fe7eff469" providerId="AD" clId="Web-{9687F80F-5D00-E813-091B-D0A423A46F06}" dt="2024-04-30T18:45:04.435" v="29" actId="20577"/>
          <ac:spMkLst>
            <pc:docMk/>
            <pc:sldMk cId="339040733" sldId="270"/>
            <ac:spMk id="4" creationId="{A4C764FF-6566-C19E-924C-4BB11D712204}"/>
          </ac:spMkLst>
        </pc:spChg>
      </pc:sldChg>
      <pc:sldChg chg="del">
        <pc:chgData name="Boddu, Venkat Keerthan" userId="S::vxb210054@utdallas.edu::33310751-8920-4198-9370-b37fe7eff469" providerId="AD" clId="Web-{9687F80F-5D00-E813-091B-D0A423A46F06}" dt="2024-04-30T18:46:53.376" v="46"/>
        <pc:sldMkLst>
          <pc:docMk/>
          <pc:sldMk cId="2169385838" sldId="271"/>
        </pc:sldMkLst>
      </pc:sldChg>
      <pc:sldChg chg="addSp modSp">
        <pc:chgData name="Boddu, Venkat Keerthan" userId="S::vxb210054@utdallas.edu::33310751-8920-4198-9370-b37fe7eff469" providerId="AD" clId="Web-{9687F80F-5D00-E813-091B-D0A423A46F06}" dt="2024-04-30T18:46:31.172" v="45" actId="20577"/>
        <pc:sldMkLst>
          <pc:docMk/>
          <pc:sldMk cId="1449443137" sldId="274"/>
        </pc:sldMkLst>
        <pc:spChg chg="add mod">
          <ac:chgData name="Boddu, Venkat Keerthan" userId="S::vxb210054@utdallas.edu::33310751-8920-4198-9370-b37fe7eff469" providerId="AD" clId="Web-{9687F80F-5D00-E813-091B-D0A423A46F06}" dt="2024-04-30T18:46:31.172" v="45" actId="20577"/>
          <ac:spMkLst>
            <pc:docMk/>
            <pc:sldMk cId="1449443137" sldId="274"/>
            <ac:spMk id="22" creationId="{93DA5D48-A65A-ADE1-B3BC-B5EDAC1C84C5}"/>
          </ac:spMkLst>
        </pc:spChg>
      </pc:sldChg>
    </pc:docChg>
  </pc:docChgLst>
  <pc:docChgLst>
    <pc:chgData name="Dharam, Tanmayee Ashok" userId="S::txd220006@utdallas.edu::84d982b6-f11a-4b6e-b221-2c1409f68706" providerId="AD" clId="Web-{B87C711A-0353-4BCE-94A4-7C591DB09602}"/>
    <pc:docChg chg="modSld addMainMaster delMainMaster">
      <pc:chgData name="Dharam, Tanmayee Ashok" userId="S::txd220006@utdallas.edu::84d982b6-f11a-4b6e-b221-2c1409f68706" providerId="AD" clId="Web-{B87C711A-0353-4BCE-94A4-7C591DB09602}" dt="2024-04-30T03:17:34.185" v="49" actId="20577"/>
      <pc:docMkLst>
        <pc:docMk/>
      </pc:docMkLst>
      <pc:sldChg chg="delSp modSp mod modClrScheme delDesignElem chgLayout">
        <pc:chgData name="Dharam, Tanmayee Ashok" userId="S::txd220006@utdallas.edu::84d982b6-f11a-4b6e-b221-2c1409f68706" providerId="AD" clId="Web-{B87C711A-0353-4BCE-94A4-7C591DB09602}" dt="2024-04-30T03:17:34.185" v="49" actId="20577"/>
        <pc:sldMkLst>
          <pc:docMk/>
          <pc:sldMk cId="2623330374" sldId="257"/>
        </pc:sldMkLst>
        <pc:spChg chg="mod ord">
          <ac:chgData name="Dharam, Tanmayee Ashok" userId="S::txd220006@utdallas.edu::84d982b6-f11a-4b6e-b221-2c1409f68706" providerId="AD" clId="Web-{B87C711A-0353-4BCE-94A4-7C591DB09602}" dt="2024-04-30T03:16:28.451" v="26" actId="20577"/>
          <ac:spMkLst>
            <pc:docMk/>
            <pc:sldMk cId="2623330374" sldId="257"/>
            <ac:spMk id="2" creationId="{68514369-CBE7-3F95-DC45-188613C6CC14}"/>
          </ac:spMkLst>
        </pc:spChg>
        <pc:spChg chg="del">
          <ac:chgData name="Dharam, Tanmayee Ashok" userId="S::txd220006@utdallas.edu::84d982b6-f11a-4b6e-b221-2c1409f68706" providerId="AD" clId="Web-{B87C711A-0353-4BCE-94A4-7C591DB09602}" dt="2024-04-30T03:10:07.636" v="0"/>
          <ac:spMkLst>
            <pc:docMk/>
            <pc:sldMk cId="2623330374" sldId="257"/>
            <ac:spMk id="32" creationId="{AE6FDE22-1F54-452D-A9BA-1BE9FDB53450}"/>
          </ac:spMkLst>
        </pc:spChg>
        <pc:spChg chg="del">
          <ac:chgData name="Dharam, Tanmayee Ashok" userId="S::txd220006@utdallas.edu::84d982b6-f11a-4b6e-b221-2c1409f68706" providerId="AD" clId="Web-{B87C711A-0353-4BCE-94A4-7C591DB09602}" dt="2024-04-30T03:10:07.636" v="0"/>
          <ac:spMkLst>
            <pc:docMk/>
            <pc:sldMk cId="2623330374" sldId="257"/>
            <ac:spMk id="33" creationId="{E24727BA-2777-4823-88E1-1B4B61968504}"/>
          </ac:spMkLst>
        </pc:spChg>
        <pc:spChg chg="del">
          <ac:chgData name="Dharam, Tanmayee Ashok" userId="S::txd220006@utdallas.edu::84d982b6-f11a-4b6e-b221-2c1409f68706" providerId="AD" clId="Web-{B87C711A-0353-4BCE-94A4-7C591DB09602}" dt="2024-04-30T03:10:07.636" v="0"/>
          <ac:spMkLst>
            <pc:docMk/>
            <pc:sldMk cId="2623330374" sldId="257"/>
            <ac:spMk id="34" creationId="{2AB0E0E5-A956-4B80-A317-E670B96CB03B}"/>
          </ac:spMkLst>
        </pc:spChg>
        <pc:spChg chg="mod ord">
          <ac:chgData name="Dharam, Tanmayee Ashok" userId="S::txd220006@utdallas.edu::84d982b6-f11a-4b6e-b221-2c1409f68706" providerId="AD" clId="Web-{B87C711A-0353-4BCE-94A4-7C591DB09602}" dt="2024-04-30T03:17:34.185" v="49" actId="20577"/>
          <ac:spMkLst>
            <pc:docMk/>
            <pc:sldMk cId="2623330374" sldId="257"/>
            <ac:spMk id="41" creationId="{A114BF29-E23C-F332-5A42-42503B1D9291}"/>
          </ac:spMkLst>
        </pc:spChg>
        <pc:grpChg chg="del">
          <ac:chgData name="Dharam, Tanmayee Ashok" userId="S::txd220006@utdallas.edu::84d982b6-f11a-4b6e-b221-2c1409f68706" providerId="AD" clId="Web-{B87C711A-0353-4BCE-94A4-7C591DB09602}" dt="2024-04-30T03:10:07.636" v="0"/>
          <ac:grpSpMkLst>
            <pc:docMk/>
            <pc:sldMk cId="2623330374" sldId="257"/>
            <ac:grpSpMk id="36" creationId="{B42A1F82-CCEE-4C0C-A877-4479E6E697D6}"/>
          </ac:grpSpMkLst>
        </pc:grpChg>
        <pc:picChg chg="mod">
          <ac:chgData name="Dharam, Tanmayee Ashok" userId="S::txd220006@utdallas.edu::84d982b6-f11a-4b6e-b221-2c1409f68706" providerId="AD" clId="Web-{B87C711A-0353-4BCE-94A4-7C591DB09602}" dt="2024-04-30T03:14:23.700" v="22"/>
          <ac:picMkLst>
            <pc:docMk/>
            <pc:sldMk cId="2623330374" sldId="257"/>
            <ac:picMk id="35" creationId="{90095D4E-DE0B-F9C5-8F19-770E4D1470AE}"/>
          </ac:picMkLst>
        </pc:picChg>
      </pc:sldChg>
      <pc:sldChg chg="modSp mod modClrScheme chgLayout">
        <pc:chgData name="Dharam, Tanmayee Ashok" userId="S::txd220006@utdallas.edu::84d982b6-f11a-4b6e-b221-2c1409f68706" providerId="AD" clId="Web-{B87C711A-0353-4BCE-94A4-7C591DB09602}" dt="2024-04-30T03:10:07.636" v="0"/>
        <pc:sldMkLst>
          <pc:docMk/>
          <pc:sldMk cId="1073684111" sldId="258"/>
        </pc:sldMkLst>
        <pc:spChg chg="mod ord">
          <ac:chgData name="Dharam, Tanmayee Ashok" userId="S::txd220006@utdallas.edu::84d982b6-f11a-4b6e-b221-2c1409f68706" providerId="AD" clId="Web-{B87C711A-0353-4BCE-94A4-7C591DB09602}" dt="2024-04-30T03:10:07.636" v="0"/>
          <ac:spMkLst>
            <pc:docMk/>
            <pc:sldMk cId="1073684111" sldId="258"/>
            <ac:spMk id="2" creationId="{255DC274-70E9-0961-73D0-9E6481DD7243}"/>
          </ac:spMkLst>
        </pc:spChg>
        <pc:spChg chg="mod ord">
          <ac:chgData name="Dharam, Tanmayee Ashok" userId="S::txd220006@utdallas.edu::84d982b6-f11a-4b6e-b221-2c1409f68706" providerId="AD" clId="Web-{B87C711A-0353-4BCE-94A4-7C591DB09602}" dt="2024-04-30T03:10:07.636" v="0"/>
          <ac:spMkLst>
            <pc:docMk/>
            <pc:sldMk cId="1073684111" sldId="258"/>
            <ac:spMk id="3" creationId="{EB3CA6D1-D630-DDC5-6C3A-6C4CFC463B8D}"/>
          </ac:spMkLst>
        </pc:spChg>
      </pc:sldChg>
      <pc:sldMasterChg chg="del delSldLayout">
        <pc:chgData name="Dharam, Tanmayee Ashok" userId="S::txd220006@utdallas.edu::84d982b6-f11a-4b6e-b221-2c1409f68706" providerId="AD" clId="Web-{B87C711A-0353-4BCE-94A4-7C591DB09602}" dt="2024-04-30T03:10:07.636" v="0"/>
        <pc:sldMasterMkLst>
          <pc:docMk/>
          <pc:sldMasterMk cId="2538333415" sldId="2147483698"/>
        </pc:sldMasterMkLst>
        <pc:sldLayoutChg chg="del">
          <pc:chgData name="Dharam, Tanmayee Ashok" userId="S::txd220006@utdallas.edu::84d982b6-f11a-4b6e-b221-2c1409f68706" providerId="AD" clId="Web-{B87C711A-0353-4BCE-94A4-7C591DB09602}" dt="2024-04-30T03:10:07.636" v="0"/>
          <pc:sldLayoutMkLst>
            <pc:docMk/>
            <pc:sldMasterMk cId="2538333415" sldId="2147483698"/>
            <pc:sldLayoutMk cId="2712319810" sldId="2147483687"/>
          </pc:sldLayoutMkLst>
        </pc:sldLayoutChg>
        <pc:sldLayoutChg chg="del">
          <pc:chgData name="Dharam, Tanmayee Ashok" userId="S::txd220006@utdallas.edu::84d982b6-f11a-4b6e-b221-2c1409f68706" providerId="AD" clId="Web-{B87C711A-0353-4BCE-94A4-7C591DB09602}" dt="2024-04-30T03:10:07.636" v="0"/>
          <pc:sldLayoutMkLst>
            <pc:docMk/>
            <pc:sldMasterMk cId="2538333415" sldId="2147483698"/>
            <pc:sldLayoutMk cId="204174667" sldId="2147483688"/>
          </pc:sldLayoutMkLst>
        </pc:sldLayoutChg>
        <pc:sldLayoutChg chg="del">
          <pc:chgData name="Dharam, Tanmayee Ashok" userId="S::txd220006@utdallas.edu::84d982b6-f11a-4b6e-b221-2c1409f68706" providerId="AD" clId="Web-{B87C711A-0353-4BCE-94A4-7C591DB09602}" dt="2024-04-30T03:10:07.636" v="0"/>
          <pc:sldLayoutMkLst>
            <pc:docMk/>
            <pc:sldMasterMk cId="2538333415" sldId="2147483698"/>
            <pc:sldLayoutMk cId="1738197358" sldId="2147483689"/>
          </pc:sldLayoutMkLst>
        </pc:sldLayoutChg>
        <pc:sldLayoutChg chg="del">
          <pc:chgData name="Dharam, Tanmayee Ashok" userId="S::txd220006@utdallas.edu::84d982b6-f11a-4b6e-b221-2c1409f68706" providerId="AD" clId="Web-{B87C711A-0353-4BCE-94A4-7C591DB09602}" dt="2024-04-30T03:10:07.636" v="0"/>
          <pc:sldLayoutMkLst>
            <pc:docMk/>
            <pc:sldMasterMk cId="2538333415" sldId="2147483698"/>
            <pc:sldLayoutMk cId="915395428" sldId="2147483690"/>
          </pc:sldLayoutMkLst>
        </pc:sldLayoutChg>
        <pc:sldLayoutChg chg="del">
          <pc:chgData name="Dharam, Tanmayee Ashok" userId="S::txd220006@utdallas.edu::84d982b6-f11a-4b6e-b221-2c1409f68706" providerId="AD" clId="Web-{B87C711A-0353-4BCE-94A4-7C591DB09602}" dt="2024-04-30T03:10:07.636" v="0"/>
          <pc:sldLayoutMkLst>
            <pc:docMk/>
            <pc:sldMasterMk cId="2538333415" sldId="2147483698"/>
            <pc:sldLayoutMk cId="2059207405" sldId="2147483691"/>
          </pc:sldLayoutMkLst>
        </pc:sldLayoutChg>
        <pc:sldLayoutChg chg="del">
          <pc:chgData name="Dharam, Tanmayee Ashok" userId="S::txd220006@utdallas.edu::84d982b6-f11a-4b6e-b221-2c1409f68706" providerId="AD" clId="Web-{B87C711A-0353-4BCE-94A4-7C591DB09602}" dt="2024-04-30T03:10:07.636" v="0"/>
          <pc:sldLayoutMkLst>
            <pc:docMk/>
            <pc:sldMasterMk cId="2538333415" sldId="2147483698"/>
            <pc:sldLayoutMk cId="4125128217" sldId="2147483692"/>
          </pc:sldLayoutMkLst>
        </pc:sldLayoutChg>
        <pc:sldLayoutChg chg="del">
          <pc:chgData name="Dharam, Tanmayee Ashok" userId="S::txd220006@utdallas.edu::84d982b6-f11a-4b6e-b221-2c1409f68706" providerId="AD" clId="Web-{B87C711A-0353-4BCE-94A4-7C591DB09602}" dt="2024-04-30T03:10:07.636" v="0"/>
          <pc:sldLayoutMkLst>
            <pc:docMk/>
            <pc:sldMasterMk cId="2538333415" sldId="2147483698"/>
            <pc:sldLayoutMk cId="3208461387" sldId="2147483693"/>
          </pc:sldLayoutMkLst>
        </pc:sldLayoutChg>
        <pc:sldLayoutChg chg="del">
          <pc:chgData name="Dharam, Tanmayee Ashok" userId="S::txd220006@utdallas.edu::84d982b6-f11a-4b6e-b221-2c1409f68706" providerId="AD" clId="Web-{B87C711A-0353-4BCE-94A4-7C591DB09602}" dt="2024-04-30T03:10:07.636" v="0"/>
          <pc:sldLayoutMkLst>
            <pc:docMk/>
            <pc:sldMasterMk cId="2538333415" sldId="2147483698"/>
            <pc:sldLayoutMk cId="2769083838" sldId="2147483694"/>
          </pc:sldLayoutMkLst>
        </pc:sldLayoutChg>
        <pc:sldLayoutChg chg="del">
          <pc:chgData name="Dharam, Tanmayee Ashok" userId="S::txd220006@utdallas.edu::84d982b6-f11a-4b6e-b221-2c1409f68706" providerId="AD" clId="Web-{B87C711A-0353-4BCE-94A4-7C591DB09602}" dt="2024-04-30T03:10:07.636" v="0"/>
          <pc:sldLayoutMkLst>
            <pc:docMk/>
            <pc:sldMasterMk cId="2538333415" sldId="2147483698"/>
            <pc:sldLayoutMk cId="3425012176" sldId="2147483695"/>
          </pc:sldLayoutMkLst>
        </pc:sldLayoutChg>
        <pc:sldLayoutChg chg="del">
          <pc:chgData name="Dharam, Tanmayee Ashok" userId="S::txd220006@utdallas.edu::84d982b6-f11a-4b6e-b221-2c1409f68706" providerId="AD" clId="Web-{B87C711A-0353-4BCE-94A4-7C591DB09602}" dt="2024-04-30T03:10:07.636" v="0"/>
          <pc:sldLayoutMkLst>
            <pc:docMk/>
            <pc:sldMasterMk cId="2538333415" sldId="2147483698"/>
            <pc:sldLayoutMk cId="3770465312" sldId="2147483696"/>
          </pc:sldLayoutMkLst>
        </pc:sldLayoutChg>
        <pc:sldLayoutChg chg="del">
          <pc:chgData name="Dharam, Tanmayee Ashok" userId="S::txd220006@utdallas.edu::84d982b6-f11a-4b6e-b221-2c1409f68706" providerId="AD" clId="Web-{B87C711A-0353-4BCE-94A4-7C591DB09602}" dt="2024-04-30T03:10:07.636" v="0"/>
          <pc:sldLayoutMkLst>
            <pc:docMk/>
            <pc:sldMasterMk cId="2538333415" sldId="2147483698"/>
            <pc:sldLayoutMk cId="3708164954" sldId="2147483697"/>
          </pc:sldLayoutMkLst>
        </pc:sldLayoutChg>
      </pc:sldMasterChg>
      <pc:sldMasterChg chg="add addSldLayout modSldLayout">
        <pc:chgData name="Dharam, Tanmayee Ashok" userId="S::txd220006@utdallas.edu::84d982b6-f11a-4b6e-b221-2c1409f68706" providerId="AD" clId="Web-{B87C711A-0353-4BCE-94A4-7C591DB09602}" dt="2024-04-30T03:10:07.636" v="0"/>
        <pc:sldMasterMkLst>
          <pc:docMk/>
          <pc:sldMasterMk cId="232006950" sldId="2147483699"/>
        </pc:sldMasterMkLst>
        <pc:sldLayoutChg chg="add mod replId">
          <pc:chgData name="Dharam, Tanmayee Ashok" userId="S::txd220006@utdallas.edu::84d982b6-f11a-4b6e-b221-2c1409f68706" providerId="AD" clId="Web-{B87C711A-0353-4BCE-94A4-7C591DB09602}" dt="2024-04-30T03:10:07.636" v="0"/>
          <pc:sldLayoutMkLst>
            <pc:docMk/>
            <pc:sldMasterMk cId="232006950" sldId="2147483699"/>
            <pc:sldLayoutMk cId="525855704" sldId="2147483700"/>
          </pc:sldLayoutMkLst>
        </pc:sldLayoutChg>
        <pc:sldLayoutChg chg="add mod replId">
          <pc:chgData name="Dharam, Tanmayee Ashok" userId="S::txd220006@utdallas.edu::84d982b6-f11a-4b6e-b221-2c1409f68706" providerId="AD" clId="Web-{B87C711A-0353-4BCE-94A4-7C591DB09602}" dt="2024-04-30T03:10:07.636" v="0"/>
          <pc:sldLayoutMkLst>
            <pc:docMk/>
            <pc:sldMasterMk cId="232006950" sldId="2147483699"/>
            <pc:sldLayoutMk cId="3651519743" sldId="2147483701"/>
          </pc:sldLayoutMkLst>
        </pc:sldLayoutChg>
        <pc:sldLayoutChg chg="add mod replId">
          <pc:chgData name="Dharam, Tanmayee Ashok" userId="S::txd220006@utdallas.edu::84d982b6-f11a-4b6e-b221-2c1409f68706" providerId="AD" clId="Web-{B87C711A-0353-4BCE-94A4-7C591DB09602}" dt="2024-04-30T03:10:07.636" v="0"/>
          <pc:sldLayoutMkLst>
            <pc:docMk/>
            <pc:sldMasterMk cId="232006950" sldId="2147483699"/>
            <pc:sldLayoutMk cId="3921039770" sldId="2147483702"/>
          </pc:sldLayoutMkLst>
        </pc:sldLayoutChg>
        <pc:sldLayoutChg chg="add mod replId">
          <pc:chgData name="Dharam, Tanmayee Ashok" userId="S::txd220006@utdallas.edu::84d982b6-f11a-4b6e-b221-2c1409f68706" providerId="AD" clId="Web-{B87C711A-0353-4BCE-94A4-7C591DB09602}" dt="2024-04-30T03:10:07.636" v="0"/>
          <pc:sldLayoutMkLst>
            <pc:docMk/>
            <pc:sldMasterMk cId="232006950" sldId="2147483699"/>
            <pc:sldLayoutMk cId="2658072186" sldId="2147483703"/>
          </pc:sldLayoutMkLst>
        </pc:sldLayoutChg>
        <pc:sldLayoutChg chg="add mod replId">
          <pc:chgData name="Dharam, Tanmayee Ashok" userId="S::txd220006@utdallas.edu::84d982b6-f11a-4b6e-b221-2c1409f68706" providerId="AD" clId="Web-{B87C711A-0353-4BCE-94A4-7C591DB09602}" dt="2024-04-30T03:10:07.636" v="0"/>
          <pc:sldLayoutMkLst>
            <pc:docMk/>
            <pc:sldMasterMk cId="232006950" sldId="2147483699"/>
            <pc:sldLayoutMk cId="3640000422" sldId="2147483704"/>
          </pc:sldLayoutMkLst>
        </pc:sldLayoutChg>
        <pc:sldLayoutChg chg="add mod replId">
          <pc:chgData name="Dharam, Tanmayee Ashok" userId="S::txd220006@utdallas.edu::84d982b6-f11a-4b6e-b221-2c1409f68706" providerId="AD" clId="Web-{B87C711A-0353-4BCE-94A4-7C591DB09602}" dt="2024-04-30T03:10:07.636" v="0"/>
          <pc:sldLayoutMkLst>
            <pc:docMk/>
            <pc:sldMasterMk cId="232006950" sldId="2147483699"/>
            <pc:sldLayoutMk cId="2181691533" sldId="2147483705"/>
          </pc:sldLayoutMkLst>
        </pc:sldLayoutChg>
        <pc:sldLayoutChg chg="add mod replId">
          <pc:chgData name="Dharam, Tanmayee Ashok" userId="S::txd220006@utdallas.edu::84d982b6-f11a-4b6e-b221-2c1409f68706" providerId="AD" clId="Web-{B87C711A-0353-4BCE-94A4-7C591DB09602}" dt="2024-04-30T03:10:07.636" v="0"/>
          <pc:sldLayoutMkLst>
            <pc:docMk/>
            <pc:sldMasterMk cId="232006950" sldId="2147483699"/>
            <pc:sldLayoutMk cId="2872190567" sldId="2147483706"/>
          </pc:sldLayoutMkLst>
        </pc:sldLayoutChg>
        <pc:sldLayoutChg chg="add mod replId">
          <pc:chgData name="Dharam, Tanmayee Ashok" userId="S::txd220006@utdallas.edu::84d982b6-f11a-4b6e-b221-2c1409f68706" providerId="AD" clId="Web-{B87C711A-0353-4BCE-94A4-7C591DB09602}" dt="2024-04-30T03:10:07.636" v="0"/>
          <pc:sldLayoutMkLst>
            <pc:docMk/>
            <pc:sldMasterMk cId="232006950" sldId="2147483699"/>
            <pc:sldLayoutMk cId="570361978" sldId="2147483707"/>
          </pc:sldLayoutMkLst>
        </pc:sldLayoutChg>
        <pc:sldLayoutChg chg="add mod replId">
          <pc:chgData name="Dharam, Tanmayee Ashok" userId="S::txd220006@utdallas.edu::84d982b6-f11a-4b6e-b221-2c1409f68706" providerId="AD" clId="Web-{B87C711A-0353-4BCE-94A4-7C591DB09602}" dt="2024-04-30T03:10:07.636" v="0"/>
          <pc:sldLayoutMkLst>
            <pc:docMk/>
            <pc:sldMasterMk cId="232006950" sldId="2147483699"/>
            <pc:sldLayoutMk cId="1507064558" sldId="2147483708"/>
          </pc:sldLayoutMkLst>
        </pc:sldLayoutChg>
        <pc:sldLayoutChg chg="add mod replId">
          <pc:chgData name="Dharam, Tanmayee Ashok" userId="S::txd220006@utdallas.edu::84d982b6-f11a-4b6e-b221-2c1409f68706" providerId="AD" clId="Web-{B87C711A-0353-4BCE-94A4-7C591DB09602}" dt="2024-04-30T03:10:07.636" v="0"/>
          <pc:sldLayoutMkLst>
            <pc:docMk/>
            <pc:sldMasterMk cId="232006950" sldId="2147483699"/>
            <pc:sldLayoutMk cId="1799514145" sldId="2147483709"/>
          </pc:sldLayoutMkLst>
        </pc:sldLayoutChg>
        <pc:sldLayoutChg chg="add mod replId">
          <pc:chgData name="Dharam, Tanmayee Ashok" userId="S::txd220006@utdallas.edu::84d982b6-f11a-4b6e-b221-2c1409f68706" providerId="AD" clId="Web-{B87C711A-0353-4BCE-94A4-7C591DB09602}" dt="2024-04-30T03:10:07.636" v="0"/>
          <pc:sldLayoutMkLst>
            <pc:docMk/>
            <pc:sldMasterMk cId="232006950" sldId="2147483699"/>
            <pc:sldLayoutMk cId="3517208193" sldId="2147483710"/>
          </pc:sldLayoutMkLst>
        </pc:sldLayoutChg>
      </pc:sldMasterChg>
    </pc:docChg>
  </pc:docChgLst>
  <pc:docChgLst>
    <pc:chgData name="Boddu, Venkat Keerthan" userId="S::vxb210054@utdallas.edu::33310751-8920-4198-9370-b37fe7eff469" providerId="AD" clId="Web-{F71DEBA0-957E-381F-8D31-4D69C210AFE5}"/>
    <pc:docChg chg="addSld modSld sldOrd">
      <pc:chgData name="Boddu, Venkat Keerthan" userId="S::vxb210054@utdallas.edu::33310751-8920-4198-9370-b37fe7eff469" providerId="AD" clId="Web-{F71DEBA0-957E-381F-8D31-4D69C210AFE5}" dt="2024-04-30T15:42:43.156" v="183" actId="20577"/>
      <pc:docMkLst>
        <pc:docMk/>
      </pc:docMkLst>
      <pc:sldChg chg="addSp delSp modSp new mod ord setBg">
        <pc:chgData name="Boddu, Venkat Keerthan" userId="S::vxb210054@utdallas.edu::33310751-8920-4198-9370-b37fe7eff469" providerId="AD" clId="Web-{F71DEBA0-957E-381F-8D31-4D69C210AFE5}" dt="2024-04-30T15:42:34.233" v="181" actId="20577"/>
        <pc:sldMkLst>
          <pc:docMk/>
          <pc:sldMk cId="1699945019" sldId="267"/>
        </pc:sldMkLst>
        <pc:spChg chg="mod ord">
          <ac:chgData name="Boddu, Venkat Keerthan" userId="S::vxb210054@utdallas.edu::33310751-8920-4198-9370-b37fe7eff469" providerId="AD" clId="Web-{F71DEBA0-957E-381F-8D31-4D69C210AFE5}" dt="2024-04-30T15:42:34.233" v="181" actId="20577"/>
          <ac:spMkLst>
            <pc:docMk/>
            <pc:sldMk cId="1699945019" sldId="267"/>
            <ac:spMk id="2" creationId="{C50D91F6-3B2E-3077-A8BA-6F142C535498}"/>
          </ac:spMkLst>
        </pc:spChg>
        <pc:spChg chg="del">
          <ac:chgData name="Boddu, Venkat Keerthan" userId="S::vxb210054@utdallas.edu::33310751-8920-4198-9370-b37fe7eff469" providerId="AD" clId="Web-{F71DEBA0-957E-381F-8D31-4D69C210AFE5}" dt="2024-04-30T14:34:55.123" v="14"/>
          <ac:spMkLst>
            <pc:docMk/>
            <pc:sldMk cId="1699945019" sldId="267"/>
            <ac:spMk id="3" creationId="{42DCA0D3-4CD2-5983-2F71-EF2D4D281DA1}"/>
          </ac:spMkLst>
        </pc:spChg>
        <pc:spChg chg="add del">
          <ac:chgData name="Boddu, Venkat Keerthan" userId="S::vxb210054@utdallas.edu::33310751-8920-4198-9370-b37fe7eff469" providerId="AD" clId="Web-{F71DEBA0-957E-381F-8D31-4D69C210AFE5}" dt="2024-04-30T14:35:24.952" v="17"/>
          <ac:spMkLst>
            <pc:docMk/>
            <pc:sldMk cId="1699945019" sldId="267"/>
            <ac:spMk id="8" creationId="{4339908D-7A79-54A9-893A-9F7A6B76C904}"/>
          </ac:spMkLst>
        </pc:spChg>
        <pc:spChg chg="add del">
          <ac:chgData name="Boddu, Venkat Keerthan" userId="S::vxb210054@utdallas.edu::33310751-8920-4198-9370-b37fe7eff469" providerId="AD" clId="Web-{F71DEBA0-957E-381F-8D31-4D69C210AFE5}" dt="2024-04-30T14:35:24.952" v="17"/>
          <ac:spMkLst>
            <pc:docMk/>
            <pc:sldMk cId="1699945019" sldId="267"/>
            <ac:spMk id="11" creationId="{F13C74B1-5B17-4795-BED0-7140497B445A}"/>
          </ac:spMkLst>
        </pc:spChg>
        <pc:spChg chg="add del">
          <ac:chgData name="Boddu, Venkat Keerthan" userId="S::vxb210054@utdallas.edu::33310751-8920-4198-9370-b37fe7eff469" providerId="AD" clId="Web-{F71DEBA0-957E-381F-8D31-4D69C210AFE5}" dt="2024-04-30T14:35:24.952" v="17"/>
          <ac:spMkLst>
            <pc:docMk/>
            <pc:sldMk cId="1699945019" sldId="267"/>
            <ac:spMk id="13" creationId="{D4974D33-8DC5-464E-8C6D-BE58F0669C17}"/>
          </ac:spMkLst>
        </pc:spChg>
        <pc:spChg chg="add del">
          <ac:chgData name="Boddu, Venkat Keerthan" userId="S::vxb210054@utdallas.edu::33310751-8920-4198-9370-b37fe7eff469" providerId="AD" clId="Web-{F71DEBA0-957E-381F-8D31-4D69C210AFE5}" dt="2024-04-30T14:35:37.453" v="19"/>
          <ac:spMkLst>
            <pc:docMk/>
            <pc:sldMk cId="1699945019" sldId="267"/>
            <ac:spMk id="15" creationId="{04812C46-200A-4DEB-A05E-3ED6C68C2387}"/>
          </ac:spMkLst>
        </pc:spChg>
        <pc:spChg chg="add del">
          <ac:chgData name="Boddu, Venkat Keerthan" userId="S::vxb210054@utdallas.edu::33310751-8920-4198-9370-b37fe7eff469" providerId="AD" clId="Web-{F71DEBA0-957E-381F-8D31-4D69C210AFE5}" dt="2024-04-30T14:35:37.453" v="19"/>
          <ac:spMkLst>
            <pc:docMk/>
            <pc:sldMk cId="1699945019" sldId="267"/>
            <ac:spMk id="16" creationId="{D1EA859B-E555-4109-94F3-6700E046E008}"/>
          </ac:spMkLst>
        </pc:spChg>
        <pc:spChg chg="add del">
          <ac:chgData name="Boddu, Venkat Keerthan" userId="S::vxb210054@utdallas.edu::33310751-8920-4198-9370-b37fe7eff469" providerId="AD" clId="Web-{F71DEBA0-957E-381F-8D31-4D69C210AFE5}" dt="2024-04-30T14:35:37.453" v="19"/>
          <ac:spMkLst>
            <pc:docMk/>
            <pc:sldMk cId="1699945019" sldId="267"/>
            <ac:spMk id="17" creationId="{44133D6D-6E14-60B3-C3F3-E97A91A6FEF0}"/>
          </ac:spMkLst>
        </pc:spChg>
        <pc:spChg chg="add del">
          <ac:chgData name="Boddu, Venkat Keerthan" userId="S::vxb210054@utdallas.edu::33310751-8920-4198-9370-b37fe7eff469" providerId="AD" clId="Web-{F71DEBA0-957E-381F-8D31-4D69C210AFE5}" dt="2024-04-30T14:36:11.813" v="26"/>
          <ac:spMkLst>
            <pc:docMk/>
            <pc:sldMk cId="1699945019" sldId="267"/>
            <ac:spMk id="19" creationId="{F13C74B1-5B17-4795-BED0-7140497B445A}"/>
          </ac:spMkLst>
        </pc:spChg>
        <pc:spChg chg="add">
          <ac:chgData name="Boddu, Venkat Keerthan" userId="S::vxb210054@utdallas.edu::33310751-8920-4198-9370-b37fe7eff469" providerId="AD" clId="Web-{F71DEBA0-957E-381F-8D31-4D69C210AFE5}" dt="2024-04-30T14:35:37.468" v="20"/>
          <ac:spMkLst>
            <pc:docMk/>
            <pc:sldMk cId="1699945019" sldId="267"/>
            <ac:spMk id="20" creationId="{D4974D33-8DC5-464E-8C6D-BE58F0669C17}"/>
          </ac:spMkLst>
        </pc:spChg>
        <pc:spChg chg="add del mod">
          <ac:chgData name="Boddu, Venkat Keerthan" userId="S::vxb210054@utdallas.edu::33310751-8920-4198-9370-b37fe7eff469" providerId="AD" clId="Web-{F71DEBA0-957E-381F-8D31-4D69C210AFE5}" dt="2024-04-30T14:36:11.813" v="25"/>
          <ac:spMkLst>
            <pc:docMk/>
            <pc:sldMk cId="1699945019" sldId="267"/>
            <ac:spMk id="21" creationId="{4339908D-7A79-54A9-893A-9F7A6B76C904}"/>
          </ac:spMkLst>
        </pc:spChg>
        <pc:picChg chg="add mod ord">
          <ac:chgData name="Boddu, Venkat Keerthan" userId="S::vxb210054@utdallas.edu::33310751-8920-4198-9370-b37fe7eff469" providerId="AD" clId="Web-{F71DEBA0-957E-381F-8D31-4D69C210AFE5}" dt="2024-04-30T14:35:37.468" v="20"/>
          <ac:picMkLst>
            <pc:docMk/>
            <pc:sldMk cId="1699945019" sldId="267"/>
            <ac:picMk id="4" creationId="{CC0B664B-ABC1-5521-7111-FD6998AC03AD}"/>
          </ac:picMkLst>
        </pc:picChg>
      </pc:sldChg>
      <pc:sldChg chg="addSp delSp modSp new">
        <pc:chgData name="Boddu, Venkat Keerthan" userId="S::vxb210054@utdallas.edu::33310751-8920-4198-9370-b37fe7eff469" providerId="AD" clId="Web-{F71DEBA0-957E-381F-8D31-4D69C210AFE5}" dt="2024-04-30T15:42:43.156" v="183" actId="20577"/>
        <pc:sldMkLst>
          <pc:docMk/>
          <pc:sldMk cId="3840055709" sldId="268"/>
        </pc:sldMkLst>
        <pc:spChg chg="mod">
          <ac:chgData name="Boddu, Venkat Keerthan" userId="S::vxb210054@utdallas.edu::33310751-8920-4198-9370-b37fe7eff469" providerId="AD" clId="Web-{F71DEBA0-957E-381F-8D31-4D69C210AFE5}" dt="2024-04-30T15:42:43.156" v="183" actId="20577"/>
          <ac:spMkLst>
            <pc:docMk/>
            <pc:sldMk cId="3840055709" sldId="268"/>
            <ac:spMk id="2" creationId="{F2F16924-650C-1CF2-475D-1E97B2F47AA8}"/>
          </ac:spMkLst>
        </pc:spChg>
        <pc:spChg chg="del">
          <ac:chgData name="Boddu, Venkat Keerthan" userId="S::vxb210054@utdallas.edu::33310751-8920-4198-9370-b37fe7eff469" providerId="AD" clId="Web-{F71DEBA0-957E-381F-8D31-4D69C210AFE5}" dt="2024-04-30T15:07:10.344" v="56"/>
          <ac:spMkLst>
            <pc:docMk/>
            <pc:sldMk cId="3840055709" sldId="268"/>
            <ac:spMk id="3" creationId="{0F4BEB58-1F0D-18FF-2097-1FA2DB37B1E4}"/>
          </ac:spMkLst>
        </pc:spChg>
        <pc:spChg chg="add mod">
          <ac:chgData name="Boddu, Venkat Keerthan" userId="S::vxb210054@utdallas.edu::33310751-8920-4198-9370-b37fe7eff469" providerId="AD" clId="Web-{F71DEBA0-957E-381F-8D31-4D69C210AFE5}" dt="2024-04-30T15:14:13.265" v="131" actId="14100"/>
          <ac:spMkLst>
            <pc:docMk/>
            <pc:sldMk cId="3840055709" sldId="268"/>
            <ac:spMk id="5" creationId="{331414CE-AFD7-2BF3-8C63-E6192D8F2429}"/>
          </ac:spMkLst>
        </pc:spChg>
        <pc:picChg chg="add mod ord">
          <ac:chgData name="Boddu, Venkat Keerthan" userId="S::vxb210054@utdallas.edu::33310751-8920-4198-9370-b37fe7eff469" providerId="AD" clId="Web-{F71DEBA0-957E-381F-8D31-4D69C210AFE5}" dt="2024-04-30T15:07:36.392" v="60" actId="14100"/>
          <ac:picMkLst>
            <pc:docMk/>
            <pc:sldMk cId="3840055709" sldId="268"/>
            <ac:picMk id="4" creationId="{BD223224-3545-771F-A4D9-60FDB966279B}"/>
          </ac:picMkLst>
        </pc:picChg>
      </pc:sldChg>
      <pc:sldChg chg="addSp delSp modSp new">
        <pc:chgData name="Boddu, Venkat Keerthan" userId="S::vxb210054@utdallas.edu::33310751-8920-4198-9370-b37fe7eff469" providerId="AD" clId="Web-{F71DEBA0-957E-381F-8D31-4D69C210AFE5}" dt="2024-04-30T15:38:54.241" v="179" actId="20577"/>
        <pc:sldMkLst>
          <pc:docMk/>
          <pc:sldMk cId="3044150281" sldId="269"/>
        </pc:sldMkLst>
        <pc:spChg chg="del">
          <ac:chgData name="Boddu, Venkat Keerthan" userId="S::vxb210054@utdallas.edu::33310751-8920-4198-9370-b37fe7eff469" providerId="AD" clId="Web-{F71DEBA0-957E-381F-8D31-4D69C210AFE5}" dt="2024-04-30T15:10:15.022" v="77"/>
          <ac:spMkLst>
            <pc:docMk/>
            <pc:sldMk cId="3044150281" sldId="269"/>
            <ac:spMk id="2" creationId="{CBABCC75-C549-E439-EE4D-177918AD3E32}"/>
          </ac:spMkLst>
        </pc:spChg>
        <pc:spChg chg="del">
          <ac:chgData name="Boddu, Venkat Keerthan" userId="S::vxb210054@utdallas.edu::33310751-8920-4198-9370-b37fe7eff469" providerId="AD" clId="Web-{F71DEBA0-957E-381F-8D31-4D69C210AFE5}" dt="2024-04-30T15:10:15.022" v="76"/>
          <ac:spMkLst>
            <pc:docMk/>
            <pc:sldMk cId="3044150281" sldId="269"/>
            <ac:spMk id="3" creationId="{A6079C4E-09BA-B466-DA29-722BEFE20930}"/>
          </ac:spMkLst>
        </pc:spChg>
        <pc:spChg chg="add mod">
          <ac:chgData name="Boddu, Venkat Keerthan" userId="S::vxb210054@utdallas.edu::33310751-8920-4198-9370-b37fe7eff469" providerId="AD" clId="Web-{F71DEBA0-957E-381F-8D31-4D69C210AFE5}" dt="2024-04-30T15:38:54.241" v="179" actId="20577"/>
          <ac:spMkLst>
            <pc:docMk/>
            <pc:sldMk cId="3044150281" sldId="269"/>
            <ac:spMk id="5" creationId="{28E14994-15C9-4427-1729-EB4A41D67A7B}"/>
          </ac:spMkLst>
        </pc:spChg>
        <pc:picChg chg="add mod">
          <ac:chgData name="Boddu, Venkat Keerthan" userId="S::vxb210054@utdallas.edu::33310751-8920-4198-9370-b37fe7eff469" providerId="AD" clId="Web-{F71DEBA0-957E-381F-8D31-4D69C210AFE5}" dt="2024-04-30T15:11:19.978" v="99" actId="1076"/>
          <ac:picMkLst>
            <pc:docMk/>
            <pc:sldMk cId="3044150281" sldId="269"/>
            <ac:picMk id="4" creationId="{8B6429BF-180F-AAEF-22B7-69581C89B3C3}"/>
          </ac:picMkLst>
        </pc:picChg>
      </pc:sldChg>
      <pc:sldChg chg="addSp modSp new">
        <pc:chgData name="Boddu, Venkat Keerthan" userId="S::vxb210054@utdallas.edu::33310751-8920-4198-9370-b37fe7eff469" providerId="AD" clId="Web-{F71DEBA0-957E-381F-8D31-4D69C210AFE5}" dt="2024-04-30T15:14:01.609" v="129" actId="1076"/>
        <pc:sldMkLst>
          <pc:docMk/>
          <pc:sldMk cId="339040733" sldId="270"/>
        </pc:sldMkLst>
        <pc:spChg chg="add mod">
          <ac:chgData name="Boddu, Venkat Keerthan" userId="S::vxb210054@utdallas.edu::33310751-8920-4198-9370-b37fe7eff469" providerId="AD" clId="Web-{F71DEBA0-957E-381F-8D31-4D69C210AFE5}" dt="2024-04-30T15:12:57.841" v="115" actId="20577"/>
          <ac:spMkLst>
            <pc:docMk/>
            <pc:sldMk cId="339040733" sldId="270"/>
            <ac:spMk id="3" creationId="{657EAC4E-D782-0316-323C-B87CBF367898}"/>
          </ac:spMkLst>
        </pc:spChg>
        <pc:spChg chg="add mod">
          <ac:chgData name="Boddu, Venkat Keerthan" userId="S::vxb210054@utdallas.edu::33310751-8920-4198-9370-b37fe7eff469" providerId="AD" clId="Web-{F71DEBA0-957E-381F-8D31-4D69C210AFE5}" dt="2024-04-30T15:14:01.609" v="129" actId="1076"/>
          <ac:spMkLst>
            <pc:docMk/>
            <pc:sldMk cId="339040733" sldId="270"/>
            <ac:spMk id="4" creationId="{A4C764FF-6566-C19E-924C-4BB11D712204}"/>
          </ac:spMkLst>
        </pc:spChg>
        <pc:picChg chg="add mod modCrop">
          <ac:chgData name="Boddu, Venkat Keerthan" userId="S::vxb210054@utdallas.edu::33310751-8920-4198-9370-b37fe7eff469" providerId="AD" clId="Web-{F71DEBA0-957E-381F-8D31-4D69C210AFE5}" dt="2024-04-30T15:13:05.497" v="116" actId="14100"/>
          <ac:picMkLst>
            <pc:docMk/>
            <pc:sldMk cId="339040733" sldId="270"/>
            <ac:picMk id="2" creationId="{975E5BC1-7BDA-E994-02DB-17CEBB291985}"/>
          </ac:picMkLst>
        </pc:picChg>
      </pc:sldChg>
      <pc:sldChg chg="addSp modSp new">
        <pc:chgData name="Boddu, Venkat Keerthan" userId="S::vxb210054@utdallas.edu::33310751-8920-4198-9370-b37fe7eff469" providerId="AD" clId="Web-{F71DEBA0-957E-381F-8D31-4D69C210AFE5}" dt="2024-04-30T15:18:06.836" v="177" actId="20577"/>
        <pc:sldMkLst>
          <pc:docMk/>
          <pc:sldMk cId="2169385838" sldId="271"/>
        </pc:sldMkLst>
        <pc:spChg chg="add mod">
          <ac:chgData name="Boddu, Venkat Keerthan" userId="S::vxb210054@utdallas.edu::33310751-8920-4198-9370-b37fe7eff469" providerId="AD" clId="Web-{F71DEBA0-957E-381F-8D31-4D69C210AFE5}" dt="2024-04-30T15:15:28.034" v="147" actId="20577"/>
          <ac:spMkLst>
            <pc:docMk/>
            <pc:sldMk cId="2169385838" sldId="271"/>
            <ac:spMk id="2" creationId="{6ACED000-6453-E7F0-1AFC-EFDB476C7220}"/>
          </ac:spMkLst>
        </pc:spChg>
        <pc:spChg chg="add mod">
          <ac:chgData name="Boddu, Venkat Keerthan" userId="S::vxb210054@utdallas.edu::33310751-8920-4198-9370-b37fe7eff469" providerId="AD" clId="Web-{F71DEBA0-957E-381F-8D31-4D69C210AFE5}" dt="2024-04-30T15:18:06.836" v="177" actId="20577"/>
          <ac:spMkLst>
            <pc:docMk/>
            <pc:sldMk cId="2169385838" sldId="271"/>
            <ac:spMk id="3" creationId="{144165E3-0015-B666-3991-324945808212}"/>
          </ac:spMkLst>
        </pc:spChg>
      </pc:sldChg>
    </pc:docChg>
  </pc:docChgLst>
  <pc:docChgLst>
    <pc:chgData name="Dharam, Tanmayee Ashok" userId="S::txd220006@utdallas.edu::84d982b6-f11a-4b6e-b221-2c1409f68706" providerId="AD" clId="Web-{70E0C091-E52E-4339-B852-0017323F5281}"/>
    <pc:docChg chg="addSld delSld modSld modMainMaster">
      <pc:chgData name="Dharam, Tanmayee Ashok" userId="S::txd220006@utdallas.edu::84d982b6-f11a-4b6e-b221-2c1409f68706" providerId="AD" clId="Web-{70E0C091-E52E-4339-B852-0017323F5281}" dt="2024-04-30T02:46:29.506" v="7"/>
      <pc:docMkLst>
        <pc:docMk/>
      </pc:docMkLst>
      <pc:sldChg chg="del mod setBg">
        <pc:chgData name="Dharam, Tanmayee Ashok" userId="S::txd220006@utdallas.edu::84d982b6-f11a-4b6e-b221-2c1409f68706" providerId="AD" clId="Web-{70E0C091-E52E-4339-B852-0017323F5281}" dt="2024-04-30T02:46:27.365" v="6"/>
        <pc:sldMkLst>
          <pc:docMk/>
          <pc:sldMk cId="3669884777" sldId="256"/>
        </pc:sldMkLst>
      </pc:sldChg>
      <pc:sldChg chg="new">
        <pc:chgData name="Dharam, Tanmayee Ashok" userId="S::txd220006@utdallas.edu::84d982b6-f11a-4b6e-b221-2c1409f68706" providerId="AD" clId="Web-{70E0C091-E52E-4339-B852-0017323F5281}" dt="2024-04-30T02:46:29.506" v="7"/>
        <pc:sldMkLst>
          <pc:docMk/>
          <pc:sldMk cId="3953885512" sldId="256"/>
        </pc:sldMkLst>
      </pc:sldChg>
      <pc:sldChg chg="new del mod">
        <pc:chgData name="Dharam, Tanmayee Ashok" userId="S::txd220006@utdallas.edu::84d982b6-f11a-4b6e-b221-2c1409f68706" providerId="AD" clId="Web-{70E0C091-E52E-4339-B852-0017323F5281}" dt="2024-04-30T02:46:25.006" v="4"/>
        <pc:sldMkLst>
          <pc:docMk/>
          <pc:sldMk cId="3891157656" sldId="257"/>
        </pc:sldMkLst>
      </pc:sldChg>
      <pc:sldChg chg="new del">
        <pc:chgData name="Dharam, Tanmayee Ashok" userId="S::txd220006@utdallas.edu::84d982b6-f11a-4b6e-b221-2c1409f68706" providerId="AD" clId="Web-{70E0C091-E52E-4339-B852-0017323F5281}" dt="2024-04-30T02:46:25.850" v="5"/>
        <pc:sldMkLst>
          <pc:docMk/>
          <pc:sldMk cId="1368944440" sldId="258"/>
        </pc:sldMkLst>
      </pc:sldChg>
      <pc:sldMasterChg chg="mod setBg modSldLayout">
        <pc:chgData name="Dharam, Tanmayee Ashok" userId="S::txd220006@utdallas.edu::84d982b6-f11a-4b6e-b221-2c1409f68706" providerId="AD" clId="Web-{70E0C091-E52E-4339-B852-0017323F5281}" dt="2024-04-30T02:46:04.584" v="2"/>
        <pc:sldMasterMkLst>
          <pc:docMk/>
          <pc:sldMasterMk cId="2460954070" sldId="2147483660"/>
        </pc:sldMasterMkLst>
        <pc:sldLayoutChg chg="mod">
          <pc:chgData name="Dharam, Tanmayee Ashok" userId="S::txd220006@utdallas.edu::84d982b6-f11a-4b6e-b221-2c1409f68706" providerId="AD" clId="Web-{70E0C091-E52E-4339-B852-0017323F5281}" dt="2024-04-30T02:46:04.584" v="2"/>
          <pc:sldLayoutMkLst>
            <pc:docMk/>
            <pc:sldMasterMk cId="2460954070" sldId="2147483660"/>
            <pc:sldLayoutMk cId="2385387890" sldId="2147483661"/>
          </pc:sldLayoutMkLst>
        </pc:sldLayoutChg>
        <pc:sldLayoutChg chg="mod">
          <pc:chgData name="Dharam, Tanmayee Ashok" userId="S::txd220006@utdallas.edu::84d982b6-f11a-4b6e-b221-2c1409f68706" providerId="AD" clId="Web-{70E0C091-E52E-4339-B852-0017323F5281}" dt="2024-04-30T02:46:04.584" v="2"/>
          <pc:sldLayoutMkLst>
            <pc:docMk/>
            <pc:sldMasterMk cId="2460954070" sldId="2147483660"/>
            <pc:sldLayoutMk cId="949138452" sldId="2147483662"/>
          </pc:sldLayoutMkLst>
        </pc:sldLayoutChg>
        <pc:sldLayoutChg chg="mod">
          <pc:chgData name="Dharam, Tanmayee Ashok" userId="S::txd220006@utdallas.edu::84d982b6-f11a-4b6e-b221-2c1409f68706" providerId="AD" clId="Web-{70E0C091-E52E-4339-B852-0017323F5281}" dt="2024-04-30T02:46:04.584" v="2"/>
          <pc:sldLayoutMkLst>
            <pc:docMk/>
            <pc:sldMasterMk cId="2460954070" sldId="2147483660"/>
            <pc:sldLayoutMk cId="2591524520" sldId="2147483663"/>
          </pc:sldLayoutMkLst>
        </pc:sldLayoutChg>
        <pc:sldLayoutChg chg="mod">
          <pc:chgData name="Dharam, Tanmayee Ashok" userId="S::txd220006@utdallas.edu::84d982b6-f11a-4b6e-b221-2c1409f68706" providerId="AD" clId="Web-{70E0C091-E52E-4339-B852-0017323F5281}" dt="2024-04-30T02:46:04.584" v="2"/>
          <pc:sldLayoutMkLst>
            <pc:docMk/>
            <pc:sldMasterMk cId="2460954070" sldId="2147483660"/>
            <pc:sldLayoutMk cId="1203092039" sldId="2147483664"/>
          </pc:sldLayoutMkLst>
        </pc:sldLayoutChg>
        <pc:sldLayoutChg chg="mod">
          <pc:chgData name="Dharam, Tanmayee Ashok" userId="S::txd220006@utdallas.edu::84d982b6-f11a-4b6e-b221-2c1409f68706" providerId="AD" clId="Web-{70E0C091-E52E-4339-B852-0017323F5281}" dt="2024-04-30T02:46:04.584" v="2"/>
          <pc:sldLayoutMkLst>
            <pc:docMk/>
            <pc:sldMasterMk cId="2460954070" sldId="2147483660"/>
            <pc:sldLayoutMk cId="3733172339" sldId="2147483665"/>
          </pc:sldLayoutMkLst>
        </pc:sldLayoutChg>
        <pc:sldLayoutChg chg="mod">
          <pc:chgData name="Dharam, Tanmayee Ashok" userId="S::txd220006@utdallas.edu::84d982b6-f11a-4b6e-b221-2c1409f68706" providerId="AD" clId="Web-{70E0C091-E52E-4339-B852-0017323F5281}" dt="2024-04-30T02:46:04.584" v="2"/>
          <pc:sldLayoutMkLst>
            <pc:docMk/>
            <pc:sldMasterMk cId="2460954070" sldId="2147483660"/>
            <pc:sldLayoutMk cId="3210312558" sldId="2147483666"/>
          </pc:sldLayoutMkLst>
        </pc:sldLayoutChg>
        <pc:sldLayoutChg chg="mod">
          <pc:chgData name="Dharam, Tanmayee Ashok" userId="S::txd220006@utdallas.edu::84d982b6-f11a-4b6e-b221-2c1409f68706" providerId="AD" clId="Web-{70E0C091-E52E-4339-B852-0017323F5281}" dt="2024-04-30T02:46:04.584" v="2"/>
          <pc:sldLayoutMkLst>
            <pc:docMk/>
            <pc:sldMasterMk cId="2460954070" sldId="2147483660"/>
            <pc:sldLayoutMk cId="3146388984" sldId="2147483667"/>
          </pc:sldLayoutMkLst>
        </pc:sldLayoutChg>
        <pc:sldLayoutChg chg="mod">
          <pc:chgData name="Dharam, Tanmayee Ashok" userId="S::txd220006@utdallas.edu::84d982b6-f11a-4b6e-b221-2c1409f68706" providerId="AD" clId="Web-{70E0C091-E52E-4339-B852-0017323F5281}" dt="2024-04-30T02:46:04.584" v="2"/>
          <pc:sldLayoutMkLst>
            <pc:docMk/>
            <pc:sldMasterMk cId="2460954070" sldId="2147483660"/>
            <pc:sldLayoutMk cId="3171841454" sldId="2147483668"/>
          </pc:sldLayoutMkLst>
        </pc:sldLayoutChg>
        <pc:sldLayoutChg chg="mod">
          <pc:chgData name="Dharam, Tanmayee Ashok" userId="S::txd220006@utdallas.edu::84d982b6-f11a-4b6e-b221-2c1409f68706" providerId="AD" clId="Web-{70E0C091-E52E-4339-B852-0017323F5281}" dt="2024-04-30T02:46:04.584" v="2"/>
          <pc:sldLayoutMkLst>
            <pc:docMk/>
            <pc:sldMasterMk cId="2460954070" sldId="2147483660"/>
            <pc:sldLayoutMk cId="1718958274" sldId="2147483669"/>
          </pc:sldLayoutMkLst>
        </pc:sldLayoutChg>
        <pc:sldLayoutChg chg="mod">
          <pc:chgData name="Dharam, Tanmayee Ashok" userId="S::txd220006@utdallas.edu::84d982b6-f11a-4b6e-b221-2c1409f68706" providerId="AD" clId="Web-{70E0C091-E52E-4339-B852-0017323F5281}" dt="2024-04-30T02:46:04.584" v="2"/>
          <pc:sldLayoutMkLst>
            <pc:docMk/>
            <pc:sldMasterMk cId="2460954070" sldId="2147483660"/>
            <pc:sldLayoutMk cId="2202905451" sldId="2147483670"/>
          </pc:sldLayoutMkLst>
        </pc:sldLayoutChg>
        <pc:sldLayoutChg chg="mod">
          <pc:chgData name="Dharam, Tanmayee Ashok" userId="S::txd220006@utdallas.edu::84d982b6-f11a-4b6e-b221-2c1409f68706" providerId="AD" clId="Web-{70E0C091-E52E-4339-B852-0017323F5281}" dt="2024-04-30T02:46:04.584" v="2"/>
          <pc:sldLayoutMkLst>
            <pc:docMk/>
            <pc:sldMasterMk cId="2460954070" sldId="2147483660"/>
            <pc:sldLayoutMk cId="3479445657" sldId="2147483671"/>
          </pc:sldLayoutMkLst>
        </pc:sldLayoutChg>
      </pc:sldMasterChg>
    </pc:docChg>
  </pc:docChgLst>
  <pc:docChgLst>
    <pc:chgData name="Khatpe, Snehal S" userId="4ed9fb3f-b687-4011-9dd8-c1f91c82fee2" providerId="ADAL" clId="{1CE4A5C6-E7B5-E141-B47D-E4D2DE134E78}"/>
    <pc:docChg chg="undo custSel addSld delSld modSld addMainMaster delMainMaster">
      <pc:chgData name="Khatpe, Snehal S" userId="4ed9fb3f-b687-4011-9dd8-c1f91c82fee2" providerId="ADAL" clId="{1CE4A5C6-E7B5-E141-B47D-E4D2DE134E78}" dt="2024-04-30T19:47:15.795" v="259" actId="255"/>
      <pc:docMkLst>
        <pc:docMk/>
      </pc:docMkLst>
      <pc:sldChg chg="addSp delSp modSp del mod setBg modClrScheme addAnim delAnim setClrOvrMap chgLayout">
        <pc:chgData name="Khatpe, Snehal S" userId="4ed9fb3f-b687-4011-9dd8-c1f91c82fee2" providerId="ADAL" clId="{1CE4A5C6-E7B5-E141-B47D-E4D2DE134E78}" dt="2024-04-30T03:03:19.908" v="28" actId="2696"/>
        <pc:sldMkLst>
          <pc:docMk/>
          <pc:sldMk cId="3953885512" sldId="256"/>
        </pc:sldMkLst>
        <pc:spChg chg="mod">
          <ac:chgData name="Khatpe, Snehal S" userId="4ed9fb3f-b687-4011-9dd8-c1f91c82fee2" providerId="ADAL" clId="{1CE4A5C6-E7B5-E141-B47D-E4D2DE134E78}" dt="2024-04-30T03:02:44.924" v="24" actId="21"/>
          <ac:spMkLst>
            <pc:docMk/>
            <pc:sldMk cId="3953885512" sldId="256"/>
            <ac:spMk id="2" creationId="{A5DC30E0-99CC-DFC9-A0D0-8E90F570EAD6}"/>
          </ac:spMkLst>
        </pc:spChg>
        <pc:spChg chg="mod">
          <ac:chgData name="Khatpe, Snehal S" userId="4ed9fb3f-b687-4011-9dd8-c1f91c82fee2" providerId="ADAL" clId="{1CE4A5C6-E7B5-E141-B47D-E4D2DE134E78}" dt="2024-04-30T03:03:15.493" v="26" actId="21"/>
          <ac:spMkLst>
            <pc:docMk/>
            <pc:sldMk cId="3953885512" sldId="256"/>
            <ac:spMk id="3" creationId="{24DA5D08-08D1-74AB-D304-C325F4F77173}"/>
          </ac:spMkLst>
        </pc:spChg>
        <pc:spChg chg="add del">
          <ac:chgData name="Khatpe, Snehal S" userId="4ed9fb3f-b687-4011-9dd8-c1f91c82fee2" providerId="ADAL" clId="{1CE4A5C6-E7B5-E141-B47D-E4D2DE134E78}" dt="2024-04-30T03:00:59.193" v="15" actId="26606"/>
          <ac:spMkLst>
            <pc:docMk/>
            <pc:sldMk cId="3953885512" sldId="256"/>
            <ac:spMk id="9" creationId="{9B37791B-B040-4694-BFDC-8DD132D86E8E}"/>
          </ac:spMkLst>
        </pc:spChg>
        <pc:spChg chg="add">
          <ac:chgData name="Khatpe, Snehal S" userId="4ed9fb3f-b687-4011-9dd8-c1f91c82fee2" providerId="ADAL" clId="{1CE4A5C6-E7B5-E141-B47D-E4D2DE134E78}" dt="2024-04-30T03:00:59.226" v="16" actId="26606"/>
          <ac:spMkLst>
            <pc:docMk/>
            <pc:sldMk cId="3953885512" sldId="256"/>
            <ac:spMk id="20" creationId="{A38827F1-3359-44F6-9009-43AE2B17FEAD}"/>
          </ac:spMkLst>
        </pc:spChg>
        <pc:spChg chg="add">
          <ac:chgData name="Khatpe, Snehal S" userId="4ed9fb3f-b687-4011-9dd8-c1f91c82fee2" providerId="ADAL" clId="{1CE4A5C6-E7B5-E141-B47D-E4D2DE134E78}" dt="2024-04-30T03:00:59.226" v="16" actId="26606"/>
          <ac:spMkLst>
            <pc:docMk/>
            <pc:sldMk cId="3953885512" sldId="256"/>
            <ac:spMk id="21" creationId="{17AFAD67-5350-4773-886F-D6DD7E66DB04}"/>
          </ac:spMkLst>
        </pc:spChg>
        <pc:grpChg chg="add del">
          <ac:chgData name="Khatpe, Snehal S" userId="4ed9fb3f-b687-4011-9dd8-c1f91c82fee2" providerId="ADAL" clId="{1CE4A5C6-E7B5-E141-B47D-E4D2DE134E78}" dt="2024-04-30T03:00:59.193" v="15" actId="26606"/>
          <ac:grpSpMkLst>
            <pc:docMk/>
            <pc:sldMk cId="3953885512" sldId="256"/>
            <ac:grpSpMk id="11" creationId="{4252769E-B9F0-4068-A645-5BBEF16E9C28}"/>
          </ac:grpSpMkLst>
        </pc:grpChg>
        <pc:grpChg chg="add">
          <ac:chgData name="Khatpe, Snehal S" userId="4ed9fb3f-b687-4011-9dd8-c1f91c82fee2" providerId="ADAL" clId="{1CE4A5C6-E7B5-E141-B47D-E4D2DE134E78}" dt="2024-04-30T03:00:59.226" v="16" actId="26606"/>
          <ac:grpSpMkLst>
            <pc:docMk/>
            <pc:sldMk cId="3953885512" sldId="256"/>
            <ac:grpSpMk id="23" creationId="{3914D2BD-3C47-433D-81FE-DC6C39595F0E}"/>
          </ac:grpSpMkLst>
        </pc:grpChg>
        <pc:picChg chg="add del">
          <ac:chgData name="Khatpe, Snehal S" userId="4ed9fb3f-b687-4011-9dd8-c1f91c82fee2" providerId="ADAL" clId="{1CE4A5C6-E7B5-E141-B47D-E4D2DE134E78}" dt="2024-04-30T03:00:59.193" v="15" actId="26606"/>
          <ac:picMkLst>
            <pc:docMk/>
            <pc:sldMk cId="3953885512" sldId="256"/>
            <ac:picMk id="4" creationId="{445BAC90-A395-BD94-EAF6-B62A1B93410B}"/>
          </ac:picMkLst>
        </pc:picChg>
        <pc:picChg chg="add">
          <ac:chgData name="Khatpe, Snehal S" userId="4ed9fb3f-b687-4011-9dd8-c1f91c82fee2" providerId="ADAL" clId="{1CE4A5C6-E7B5-E141-B47D-E4D2DE134E78}" dt="2024-04-30T03:00:59.226" v="16" actId="26606"/>
          <ac:picMkLst>
            <pc:docMk/>
            <pc:sldMk cId="3953885512" sldId="256"/>
            <ac:picMk id="22" creationId="{52EB2A64-AC01-189A-83DE-4DCD44726CC9}"/>
          </ac:picMkLst>
        </pc:picChg>
      </pc:sldChg>
      <pc:sldChg chg="addSp delSp modSp new mod setBg setClrOvrMap">
        <pc:chgData name="Khatpe, Snehal S" userId="4ed9fb3f-b687-4011-9dd8-c1f91c82fee2" providerId="ADAL" clId="{1CE4A5C6-E7B5-E141-B47D-E4D2DE134E78}" dt="2024-04-30T03:05:10.360" v="37" actId="27614"/>
        <pc:sldMkLst>
          <pc:docMk/>
          <pc:sldMk cId="2623330374" sldId="257"/>
        </pc:sldMkLst>
        <pc:spChg chg="mod">
          <ac:chgData name="Khatpe, Snehal S" userId="4ed9fb3f-b687-4011-9dd8-c1f91c82fee2" providerId="ADAL" clId="{1CE4A5C6-E7B5-E141-B47D-E4D2DE134E78}" dt="2024-04-30T03:04:41.606" v="36" actId="26606"/>
          <ac:spMkLst>
            <pc:docMk/>
            <pc:sldMk cId="2623330374" sldId="257"/>
            <ac:spMk id="2" creationId="{68514369-CBE7-3F95-DC45-188613C6CC14}"/>
          </ac:spMkLst>
        </pc:spChg>
        <pc:spChg chg="add del">
          <ac:chgData name="Khatpe, Snehal S" userId="4ed9fb3f-b687-4011-9dd8-c1f91c82fee2" providerId="ADAL" clId="{1CE4A5C6-E7B5-E141-B47D-E4D2DE134E78}" dt="2024-04-30T03:04:41.606" v="36" actId="26606"/>
          <ac:spMkLst>
            <pc:docMk/>
            <pc:sldMk cId="2623330374" sldId="257"/>
            <ac:spMk id="3" creationId="{A114BF29-E23C-F332-5A42-42503B1D9291}"/>
          </ac:spMkLst>
        </pc:spChg>
        <pc:spChg chg="add del">
          <ac:chgData name="Khatpe, Snehal S" userId="4ed9fb3f-b687-4011-9dd8-c1f91c82fee2" providerId="ADAL" clId="{1CE4A5C6-E7B5-E141-B47D-E4D2DE134E78}" dt="2024-04-30T03:04:41.593" v="35" actId="26606"/>
          <ac:spMkLst>
            <pc:docMk/>
            <pc:sldMk cId="2623330374" sldId="257"/>
            <ac:spMk id="9" creationId="{2293296F-4C3A-4530-98F5-F83646ACE913}"/>
          </ac:spMkLst>
        </pc:spChg>
        <pc:spChg chg="add del">
          <ac:chgData name="Khatpe, Snehal S" userId="4ed9fb3f-b687-4011-9dd8-c1f91c82fee2" providerId="ADAL" clId="{1CE4A5C6-E7B5-E141-B47D-E4D2DE134E78}" dt="2024-04-30T03:04:41.593" v="35" actId="26606"/>
          <ac:spMkLst>
            <pc:docMk/>
            <pc:sldMk cId="2623330374" sldId="257"/>
            <ac:spMk id="19" creationId="{55D20674-CF0C-4687-81B6-A613F871AF46}"/>
          </ac:spMkLst>
        </pc:spChg>
        <pc:spChg chg="add del">
          <ac:chgData name="Khatpe, Snehal S" userId="4ed9fb3f-b687-4011-9dd8-c1f91c82fee2" providerId="ADAL" clId="{1CE4A5C6-E7B5-E141-B47D-E4D2DE134E78}" dt="2024-04-30T03:04:41.593" v="35" actId="26606"/>
          <ac:spMkLst>
            <pc:docMk/>
            <pc:sldMk cId="2623330374" sldId="257"/>
            <ac:spMk id="21" creationId="{6C819BFF-25C5-425C-8CD1-789F7A30D26B}"/>
          </ac:spMkLst>
        </pc:spChg>
        <pc:spChg chg="add">
          <ac:chgData name="Khatpe, Snehal S" userId="4ed9fb3f-b687-4011-9dd8-c1f91c82fee2" providerId="ADAL" clId="{1CE4A5C6-E7B5-E141-B47D-E4D2DE134E78}" dt="2024-04-30T03:04:41.606" v="36" actId="26606"/>
          <ac:spMkLst>
            <pc:docMk/>
            <pc:sldMk cId="2623330374" sldId="257"/>
            <ac:spMk id="32" creationId="{AE6FDE22-1F54-452D-A9BA-1BE9FDB53450}"/>
          </ac:spMkLst>
        </pc:spChg>
        <pc:spChg chg="add">
          <ac:chgData name="Khatpe, Snehal S" userId="4ed9fb3f-b687-4011-9dd8-c1f91c82fee2" providerId="ADAL" clId="{1CE4A5C6-E7B5-E141-B47D-E4D2DE134E78}" dt="2024-04-30T03:04:41.606" v="36" actId="26606"/>
          <ac:spMkLst>
            <pc:docMk/>
            <pc:sldMk cId="2623330374" sldId="257"/>
            <ac:spMk id="33" creationId="{E24727BA-2777-4823-88E1-1B4B61968504}"/>
          </ac:spMkLst>
        </pc:spChg>
        <pc:spChg chg="add">
          <ac:chgData name="Khatpe, Snehal S" userId="4ed9fb3f-b687-4011-9dd8-c1f91c82fee2" providerId="ADAL" clId="{1CE4A5C6-E7B5-E141-B47D-E4D2DE134E78}" dt="2024-04-30T03:04:41.606" v="36" actId="26606"/>
          <ac:spMkLst>
            <pc:docMk/>
            <pc:sldMk cId="2623330374" sldId="257"/>
            <ac:spMk id="34" creationId="{2AB0E0E5-A956-4B80-A317-E670B96CB03B}"/>
          </ac:spMkLst>
        </pc:spChg>
        <pc:spChg chg="add">
          <ac:chgData name="Khatpe, Snehal S" userId="4ed9fb3f-b687-4011-9dd8-c1f91c82fee2" providerId="ADAL" clId="{1CE4A5C6-E7B5-E141-B47D-E4D2DE134E78}" dt="2024-04-30T03:04:41.606" v="36" actId="26606"/>
          <ac:spMkLst>
            <pc:docMk/>
            <pc:sldMk cId="2623330374" sldId="257"/>
            <ac:spMk id="41" creationId="{A114BF29-E23C-F332-5A42-42503B1D9291}"/>
          </ac:spMkLst>
        </pc:spChg>
        <pc:grpChg chg="add del">
          <ac:chgData name="Khatpe, Snehal S" userId="4ed9fb3f-b687-4011-9dd8-c1f91c82fee2" providerId="ADAL" clId="{1CE4A5C6-E7B5-E141-B47D-E4D2DE134E78}" dt="2024-04-30T03:04:41.593" v="35" actId="26606"/>
          <ac:grpSpMkLst>
            <pc:docMk/>
            <pc:sldMk cId="2623330374" sldId="257"/>
            <ac:grpSpMk id="11" creationId="{3914D2BD-3C47-433D-81FE-DC6C39595F0E}"/>
          </ac:grpSpMkLst>
        </pc:grpChg>
        <pc:grpChg chg="add del">
          <ac:chgData name="Khatpe, Snehal S" userId="4ed9fb3f-b687-4011-9dd8-c1f91c82fee2" providerId="ADAL" clId="{1CE4A5C6-E7B5-E141-B47D-E4D2DE134E78}" dt="2024-04-30T03:04:41.593" v="35" actId="26606"/>
          <ac:grpSpMkLst>
            <pc:docMk/>
            <pc:sldMk cId="2623330374" sldId="257"/>
            <ac:grpSpMk id="23" creationId="{BE7EDCE7-C7CC-4117-BFA5-28371F6CF0C1}"/>
          </ac:grpSpMkLst>
        </pc:grpChg>
        <pc:grpChg chg="add">
          <ac:chgData name="Khatpe, Snehal S" userId="4ed9fb3f-b687-4011-9dd8-c1f91c82fee2" providerId="ADAL" clId="{1CE4A5C6-E7B5-E141-B47D-E4D2DE134E78}" dt="2024-04-30T03:04:41.606" v="36" actId="26606"/>
          <ac:grpSpMkLst>
            <pc:docMk/>
            <pc:sldMk cId="2623330374" sldId="257"/>
            <ac:grpSpMk id="36" creationId="{B42A1F82-CCEE-4C0C-A877-4479E6E697D6}"/>
          </ac:grpSpMkLst>
        </pc:grpChg>
        <pc:picChg chg="add del">
          <ac:chgData name="Khatpe, Snehal S" userId="4ed9fb3f-b687-4011-9dd8-c1f91c82fee2" providerId="ADAL" clId="{1CE4A5C6-E7B5-E141-B47D-E4D2DE134E78}" dt="2024-04-30T03:04:41.593" v="35" actId="26606"/>
          <ac:picMkLst>
            <pc:docMk/>
            <pc:sldMk cId="2623330374" sldId="257"/>
            <ac:picMk id="5" creationId="{82A2CB67-DAD9-6F9E-C73F-D7300471788C}"/>
          </ac:picMkLst>
        </pc:picChg>
        <pc:picChg chg="add mod">
          <ac:chgData name="Khatpe, Snehal S" userId="4ed9fb3f-b687-4011-9dd8-c1f91c82fee2" providerId="ADAL" clId="{1CE4A5C6-E7B5-E141-B47D-E4D2DE134E78}" dt="2024-04-30T03:05:10.360" v="37" actId="27614"/>
          <ac:picMkLst>
            <pc:docMk/>
            <pc:sldMk cId="2623330374" sldId="257"/>
            <ac:picMk id="35" creationId="{90095D4E-DE0B-F9C5-8F19-770E4D1470AE}"/>
          </ac:picMkLst>
        </pc:picChg>
      </pc:sldChg>
      <pc:sldChg chg="addSp delSp modSp new mod setBg modClrScheme chgLayout">
        <pc:chgData name="Khatpe, Snehal S" userId="4ed9fb3f-b687-4011-9dd8-c1f91c82fee2" providerId="ADAL" clId="{1CE4A5C6-E7B5-E141-B47D-E4D2DE134E78}" dt="2024-04-30T19:47:15.795" v="259" actId="255"/>
        <pc:sldMkLst>
          <pc:docMk/>
          <pc:sldMk cId="115547816" sldId="272"/>
        </pc:sldMkLst>
        <pc:spChg chg="del mod ord">
          <ac:chgData name="Khatpe, Snehal S" userId="4ed9fb3f-b687-4011-9dd8-c1f91c82fee2" providerId="ADAL" clId="{1CE4A5C6-E7B5-E141-B47D-E4D2DE134E78}" dt="2024-04-30T17:24:00.757" v="39" actId="700"/>
          <ac:spMkLst>
            <pc:docMk/>
            <pc:sldMk cId="115547816" sldId="272"/>
            <ac:spMk id="2" creationId="{40E5CF89-E06E-B417-6DA7-4AA1DFBCFC2D}"/>
          </ac:spMkLst>
        </pc:spChg>
        <pc:spChg chg="del mod ord">
          <ac:chgData name="Khatpe, Snehal S" userId="4ed9fb3f-b687-4011-9dd8-c1f91c82fee2" providerId="ADAL" clId="{1CE4A5C6-E7B5-E141-B47D-E4D2DE134E78}" dt="2024-04-30T17:24:00.757" v="39" actId="700"/>
          <ac:spMkLst>
            <pc:docMk/>
            <pc:sldMk cId="115547816" sldId="272"/>
            <ac:spMk id="3" creationId="{4ED4D44E-B6FD-9745-3CBF-BD61973D859E}"/>
          </ac:spMkLst>
        </pc:spChg>
        <pc:spChg chg="add del mod ord">
          <ac:chgData name="Khatpe, Snehal S" userId="4ed9fb3f-b687-4011-9dd8-c1f91c82fee2" providerId="ADAL" clId="{1CE4A5C6-E7B5-E141-B47D-E4D2DE134E78}" dt="2024-04-30T17:30:55.987" v="46" actId="700"/>
          <ac:spMkLst>
            <pc:docMk/>
            <pc:sldMk cId="115547816" sldId="272"/>
            <ac:spMk id="4" creationId="{8491ACFE-73C9-D12B-F754-4C044921DF4C}"/>
          </ac:spMkLst>
        </pc:spChg>
        <pc:spChg chg="add del mod ord">
          <ac:chgData name="Khatpe, Snehal S" userId="4ed9fb3f-b687-4011-9dd8-c1f91c82fee2" providerId="ADAL" clId="{1CE4A5C6-E7B5-E141-B47D-E4D2DE134E78}" dt="2024-04-30T17:30:55.987" v="46" actId="700"/>
          <ac:spMkLst>
            <pc:docMk/>
            <pc:sldMk cId="115547816" sldId="272"/>
            <ac:spMk id="5" creationId="{891B9A0A-8922-9152-DB76-B6278B22DD55}"/>
          </ac:spMkLst>
        </pc:spChg>
        <pc:spChg chg="add del mod ord">
          <ac:chgData name="Khatpe, Snehal S" userId="4ed9fb3f-b687-4011-9dd8-c1f91c82fee2" providerId="ADAL" clId="{1CE4A5C6-E7B5-E141-B47D-E4D2DE134E78}" dt="2024-04-30T17:28:41.858" v="45" actId="478"/>
          <ac:spMkLst>
            <pc:docMk/>
            <pc:sldMk cId="115547816" sldId="272"/>
            <ac:spMk id="6" creationId="{AB83AC85-69B8-AE9B-3BA4-39EAD85B08B4}"/>
          </ac:spMkLst>
        </pc:spChg>
        <pc:spChg chg="add mod ord">
          <ac:chgData name="Khatpe, Snehal S" userId="4ed9fb3f-b687-4011-9dd8-c1f91c82fee2" providerId="ADAL" clId="{1CE4A5C6-E7B5-E141-B47D-E4D2DE134E78}" dt="2024-04-30T19:47:15.795" v="259" actId="255"/>
          <ac:spMkLst>
            <pc:docMk/>
            <pc:sldMk cId="115547816" sldId="272"/>
            <ac:spMk id="8" creationId="{7658C4A5-4DAB-520A-48D9-9FF961220A78}"/>
          </ac:spMkLst>
        </pc:spChg>
        <pc:spChg chg="add del mod ord">
          <ac:chgData name="Khatpe, Snehal S" userId="4ed9fb3f-b687-4011-9dd8-c1f91c82fee2" providerId="ADAL" clId="{1CE4A5C6-E7B5-E141-B47D-E4D2DE134E78}" dt="2024-04-30T18:01:41.713" v="55" actId="478"/>
          <ac:spMkLst>
            <pc:docMk/>
            <pc:sldMk cId="115547816" sldId="272"/>
            <ac:spMk id="9" creationId="{615B2843-1D99-D746-E796-DA705E7A9A60}"/>
          </ac:spMkLst>
        </pc:spChg>
        <pc:spChg chg="add del mod ord">
          <ac:chgData name="Khatpe, Snehal S" userId="4ed9fb3f-b687-4011-9dd8-c1f91c82fee2" providerId="ADAL" clId="{1CE4A5C6-E7B5-E141-B47D-E4D2DE134E78}" dt="2024-04-30T17:35:05.329" v="50"/>
          <ac:spMkLst>
            <pc:docMk/>
            <pc:sldMk cId="115547816" sldId="272"/>
            <ac:spMk id="10" creationId="{20524F9C-F973-3CF8-340E-AD188682671E}"/>
          </ac:spMkLst>
        </pc:spChg>
        <pc:spChg chg="add del mod ord">
          <ac:chgData name="Khatpe, Snehal S" userId="4ed9fb3f-b687-4011-9dd8-c1f91c82fee2" providerId="ADAL" clId="{1CE4A5C6-E7B5-E141-B47D-E4D2DE134E78}" dt="2024-04-30T18:01:38.945" v="54" actId="478"/>
          <ac:spMkLst>
            <pc:docMk/>
            <pc:sldMk cId="115547816" sldId="272"/>
            <ac:spMk id="11" creationId="{5776E5F2-418F-12BE-6B17-07D6ED54C736}"/>
          </ac:spMkLst>
        </pc:spChg>
        <pc:spChg chg="add del mod ord">
          <ac:chgData name="Khatpe, Snehal S" userId="4ed9fb3f-b687-4011-9dd8-c1f91c82fee2" providerId="ADAL" clId="{1CE4A5C6-E7B5-E141-B47D-E4D2DE134E78}" dt="2024-04-30T17:34:30.309" v="47"/>
          <ac:spMkLst>
            <pc:docMk/>
            <pc:sldMk cId="115547816" sldId="272"/>
            <ac:spMk id="12" creationId="{6910C775-6138-BF1F-BB45-3D088EF395FD}"/>
          </ac:spMkLst>
        </pc:spChg>
        <pc:spChg chg="add del mod">
          <ac:chgData name="Khatpe, Snehal S" userId="4ed9fb3f-b687-4011-9dd8-c1f91c82fee2" providerId="ADAL" clId="{1CE4A5C6-E7B5-E141-B47D-E4D2DE134E78}" dt="2024-04-30T18:11:29.940" v="57" actId="21"/>
          <ac:spMkLst>
            <pc:docMk/>
            <pc:sldMk cId="115547816" sldId="272"/>
            <ac:spMk id="16" creationId="{6E9ED11C-1F99-45F3-981E-D8AFC15CF95E}"/>
          </ac:spMkLst>
        </pc:spChg>
        <pc:spChg chg="add del mod">
          <ac:chgData name="Khatpe, Snehal S" userId="4ed9fb3f-b687-4011-9dd8-c1f91c82fee2" providerId="ADAL" clId="{1CE4A5C6-E7B5-E141-B47D-E4D2DE134E78}" dt="2024-04-30T18:21:21.214" v="86"/>
          <ac:spMkLst>
            <pc:docMk/>
            <pc:sldMk cId="115547816" sldId="272"/>
            <ac:spMk id="18" creationId="{979641FA-0377-8FC9-97F1-A39C301C68CE}"/>
          </ac:spMkLst>
        </pc:spChg>
        <pc:spChg chg="add del mod">
          <ac:chgData name="Khatpe, Snehal S" userId="4ed9fb3f-b687-4011-9dd8-c1f91c82fee2" providerId="ADAL" clId="{1CE4A5C6-E7B5-E141-B47D-E4D2DE134E78}" dt="2024-04-30T19:20:39.741" v="223" actId="478"/>
          <ac:spMkLst>
            <pc:docMk/>
            <pc:sldMk cId="115547816" sldId="272"/>
            <ac:spMk id="23" creationId="{69EB875A-0494-AA1F-A8C7-DC8A49B6B71A}"/>
          </ac:spMkLst>
        </pc:spChg>
        <pc:spChg chg="add del mod">
          <ac:chgData name="Khatpe, Snehal S" userId="4ed9fb3f-b687-4011-9dd8-c1f91c82fee2" providerId="ADAL" clId="{1CE4A5C6-E7B5-E141-B47D-E4D2DE134E78}" dt="2024-04-30T19:20:39.179" v="222" actId="478"/>
          <ac:spMkLst>
            <pc:docMk/>
            <pc:sldMk cId="115547816" sldId="272"/>
            <ac:spMk id="25" creationId="{1D10EA6F-612F-32EE-3BDF-CAF6259A24B8}"/>
          </ac:spMkLst>
        </pc:spChg>
        <pc:spChg chg="add del mod">
          <ac:chgData name="Khatpe, Snehal S" userId="4ed9fb3f-b687-4011-9dd8-c1f91c82fee2" providerId="ADAL" clId="{1CE4A5C6-E7B5-E141-B47D-E4D2DE134E78}" dt="2024-04-30T19:20:35.881" v="216" actId="478"/>
          <ac:spMkLst>
            <pc:docMk/>
            <pc:sldMk cId="115547816" sldId="272"/>
            <ac:spMk id="28" creationId="{100955A7-BDD6-2944-3A21-1D1828BFC533}"/>
          </ac:spMkLst>
        </pc:spChg>
        <pc:spChg chg="add del mod">
          <ac:chgData name="Khatpe, Snehal S" userId="4ed9fb3f-b687-4011-9dd8-c1f91c82fee2" providerId="ADAL" clId="{1CE4A5C6-E7B5-E141-B47D-E4D2DE134E78}" dt="2024-04-30T19:21:05.767" v="225"/>
          <ac:spMkLst>
            <pc:docMk/>
            <pc:sldMk cId="115547816" sldId="272"/>
            <ac:spMk id="30" creationId="{E3989CBA-55A2-D4CF-45DC-ECEFBE4A7769}"/>
          </ac:spMkLst>
        </pc:spChg>
        <pc:spChg chg="add del">
          <ac:chgData name="Khatpe, Snehal S" userId="4ed9fb3f-b687-4011-9dd8-c1f91c82fee2" providerId="ADAL" clId="{1CE4A5C6-E7B5-E141-B47D-E4D2DE134E78}" dt="2024-04-30T19:19:32.960" v="211" actId="26606"/>
          <ac:spMkLst>
            <pc:docMk/>
            <pc:sldMk cId="115547816" sldId="272"/>
            <ac:spMk id="31" creationId="{A4AC5506-6312-4701-8D3C-40187889A947}"/>
          </ac:spMkLst>
        </pc:spChg>
        <pc:spChg chg="add del">
          <ac:chgData name="Khatpe, Snehal S" userId="4ed9fb3f-b687-4011-9dd8-c1f91c82fee2" providerId="ADAL" clId="{1CE4A5C6-E7B5-E141-B47D-E4D2DE134E78}" dt="2024-04-30T19:20:37.380" v="219" actId="26606"/>
          <ac:spMkLst>
            <pc:docMk/>
            <pc:sldMk cId="115547816" sldId="272"/>
            <ac:spMk id="33" creationId="{AC477752-ACCA-41C1-9B1D-D0CED1F9CBDD}"/>
          </ac:spMkLst>
        </pc:spChg>
        <pc:spChg chg="add del mod">
          <ac:chgData name="Khatpe, Snehal S" userId="4ed9fb3f-b687-4011-9dd8-c1f91c82fee2" providerId="ADAL" clId="{1CE4A5C6-E7B5-E141-B47D-E4D2DE134E78}" dt="2024-04-30T19:23:29.363" v="234"/>
          <ac:spMkLst>
            <pc:docMk/>
            <pc:sldMk cId="115547816" sldId="272"/>
            <ac:spMk id="35" creationId="{2F80D079-3CFD-80BA-AC65-3977E7785222}"/>
          </ac:spMkLst>
        </pc:spChg>
        <pc:picChg chg="add del mod">
          <ac:chgData name="Khatpe, Snehal S" userId="4ed9fb3f-b687-4011-9dd8-c1f91c82fee2" providerId="ADAL" clId="{1CE4A5C6-E7B5-E141-B47D-E4D2DE134E78}" dt="2024-04-30T17:28:33.960" v="43"/>
          <ac:picMkLst>
            <pc:docMk/>
            <pc:sldMk cId="115547816" sldId="272"/>
            <ac:picMk id="7" creationId="{AB33C790-77FC-30C6-3A0B-60A7807C3163}"/>
          </ac:picMkLst>
        </pc:picChg>
        <pc:picChg chg="add del mod">
          <ac:chgData name="Khatpe, Snehal S" userId="4ed9fb3f-b687-4011-9dd8-c1f91c82fee2" providerId="ADAL" clId="{1CE4A5C6-E7B5-E141-B47D-E4D2DE134E78}" dt="2024-04-30T19:20:42.412" v="224" actId="478"/>
          <ac:picMkLst>
            <pc:docMk/>
            <pc:sldMk cId="115547816" sldId="272"/>
            <ac:picMk id="13" creationId="{FE899C13-EEF7-49E9-1F96-6B578264DD26}"/>
          </ac:picMkLst>
        </pc:picChg>
        <pc:picChg chg="add del mod">
          <ac:chgData name="Khatpe, Snehal S" userId="4ed9fb3f-b687-4011-9dd8-c1f91c82fee2" providerId="ADAL" clId="{1CE4A5C6-E7B5-E141-B47D-E4D2DE134E78}" dt="2024-04-30T18:11:31.833" v="58" actId="21"/>
          <ac:picMkLst>
            <pc:docMk/>
            <pc:sldMk cId="115547816" sldId="272"/>
            <ac:picMk id="14" creationId="{6EA0CF72-0E77-BB3D-AB84-CCE6365D5C2A}"/>
          </ac:picMkLst>
        </pc:picChg>
        <pc:picChg chg="add del mod">
          <ac:chgData name="Khatpe, Snehal S" userId="4ed9fb3f-b687-4011-9dd8-c1f91c82fee2" providerId="ADAL" clId="{1CE4A5C6-E7B5-E141-B47D-E4D2DE134E78}" dt="2024-04-30T18:20:07.453" v="81"/>
          <ac:picMkLst>
            <pc:docMk/>
            <pc:sldMk cId="115547816" sldId="272"/>
            <ac:picMk id="19" creationId="{B0EDAE5D-69F1-1925-3EBC-D2C5DFB70A92}"/>
          </ac:picMkLst>
        </pc:picChg>
        <pc:picChg chg="add del mod">
          <ac:chgData name="Khatpe, Snehal S" userId="4ed9fb3f-b687-4011-9dd8-c1f91c82fee2" providerId="ADAL" clId="{1CE4A5C6-E7B5-E141-B47D-E4D2DE134E78}" dt="2024-04-30T18:20:59.952" v="85"/>
          <ac:picMkLst>
            <pc:docMk/>
            <pc:sldMk cId="115547816" sldId="272"/>
            <ac:picMk id="20" creationId="{01B86188-F566-623B-4A22-4EDF18087EE1}"/>
          </ac:picMkLst>
        </pc:picChg>
        <pc:picChg chg="add del mod">
          <ac:chgData name="Khatpe, Snehal S" userId="4ed9fb3f-b687-4011-9dd8-c1f91c82fee2" providerId="ADAL" clId="{1CE4A5C6-E7B5-E141-B47D-E4D2DE134E78}" dt="2024-04-30T19:24:48.961" v="239" actId="14100"/>
          <ac:picMkLst>
            <pc:docMk/>
            <pc:sldMk cId="115547816" sldId="272"/>
            <ac:picMk id="21" creationId="{EEFE79EB-21BA-B31B-BC6B-5F54EA672B2F}"/>
          </ac:picMkLst>
        </pc:picChg>
        <pc:picChg chg="add del mod">
          <ac:chgData name="Khatpe, Snehal S" userId="4ed9fb3f-b687-4011-9dd8-c1f91c82fee2" providerId="ADAL" clId="{1CE4A5C6-E7B5-E141-B47D-E4D2DE134E78}" dt="2024-04-30T19:20:37.908" v="220"/>
          <ac:picMkLst>
            <pc:docMk/>
            <pc:sldMk cId="115547816" sldId="272"/>
            <ac:picMk id="26" creationId="{F9CBE6D8-2757-9482-B43A-829C967B68CD}"/>
          </ac:picMkLst>
        </pc:picChg>
        <pc:picChg chg="add del mod">
          <ac:chgData name="Khatpe, Snehal S" userId="4ed9fb3f-b687-4011-9dd8-c1f91c82fee2" providerId="ADAL" clId="{1CE4A5C6-E7B5-E141-B47D-E4D2DE134E78}" dt="2024-04-30T19:23:27.619" v="233" actId="478"/>
          <ac:picMkLst>
            <pc:docMk/>
            <pc:sldMk cId="115547816" sldId="272"/>
            <ac:picMk id="32" creationId="{20E70FFA-2C60-7E94-8946-F266D468D901}"/>
          </ac:picMkLst>
        </pc:picChg>
        <pc:picChg chg="add mod">
          <ac:chgData name="Khatpe, Snehal S" userId="4ed9fb3f-b687-4011-9dd8-c1f91c82fee2" providerId="ADAL" clId="{1CE4A5C6-E7B5-E141-B47D-E4D2DE134E78}" dt="2024-04-30T19:23:51.329" v="238" actId="14100"/>
          <ac:picMkLst>
            <pc:docMk/>
            <pc:sldMk cId="115547816" sldId="272"/>
            <ac:picMk id="36" creationId="{05BF2BF4-498A-4E2A-C34F-05A2A1A0BD57}"/>
          </ac:picMkLst>
        </pc:picChg>
      </pc:sldChg>
      <pc:sldChg chg="addSp delSp modSp new del mod setBg modClrScheme chgLayout">
        <pc:chgData name="Khatpe, Snehal S" userId="4ed9fb3f-b687-4011-9dd8-c1f91c82fee2" providerId="ADAL" clId="{1CE4A5C6-E7B5-E141-B47D-E4D2DE134E78}" dt="2024-04-30T18:35:14.490" v="124" actId="2696"/>
        <pc:sldMkLst>
          <pc:docMk/>
          <pc:sldMk cId="2191193948" sldId="273"/>
        </pc:sldMkLst>
        <pc:spChg chg="del mod ord">
          <ac:chgData name="Khatpe, Snehal S" userId="4ed9fb3f-b687-4011-9dd8-c1f91c82fee2" providerId="ADAL" clId="{1CE4A5C6-E7B5-E141-B47D-E4D2DE134E78}" dt="2024-04-30T18:11:50.498" v="60" actId="700"/>
          <ac:spMkLst>
            <pc:docMk/>
            <pc:sldMk cId="2191193948" sldId="273"/>
            <ac:spMk id="2" creationId="{A64B4486-BEE1-B340-84F7-C74BDDF632F9}"/>
          </ac:spMkLst>
        </pc:spChg>
        <pc:spChg chg="del mod ord">
          <ac:chgData name="Khatpe, Snehal S" userId="4ed9fb3f-b687-4011-9dd8-c1f91c82fee2" providerId="ADAL" clId="{1CE4A5C6-E7B5-E141-B47D-E4D2DE134E78}" dt="2024-04-30T18:11:50.498" v="60" actId="700"/>
          <ac:spMkLst>
            <pc:docMk/>
            <pc:sldMk cId="2191193948" sldId="273"/>
            <ac:spMk id="3" creationId="{0FEB0D41-054F-1B13-4AE3-48CC3CB35B96}"/>
          </ac:spMkLst>
        </pc:spChg>
        <pc:spChg chg="add del mod ord">
          <ac:chgData name="Khatpe, Snehal S" userId="4ed9fb3f-b687-4011-9dd8-c1f91c82fee2" providerId="ADAL" clId="{1CE4A5C6-E7B5-E141-B47D-E4D2DE134E78}" dt="2024-04-30T18:12:13.307" v="63" actId="6264"/>
          <ac:spMkLst>
            <pc:docMk/>
            <pc:sldMk cId="2191193948" sldId="273"/>
            <ac:spMk id="4" creationId="{BB5E04B3-A334-E167-0B06-DA9970A0DBEF}"/>
          </ac:spMkLst>
        </pc:spChg>
        <pc:spChg chg="add del mod ord">
          <ac:chgData name="Khatpe, Snehal S" userId="4ed9fb3f-b687-4011-9dd8-c1f91c82fee2" providerId="ADAL" clId="{1CE4A5C6-E7B5-E141-B47D-E4D2DE134E78}" dt="2024-04-30T18:11:52.223" v="61"/>
          <ac:spMkLst>
            <pc:docMk/>
            <pc:sldMk cId="2191193948" sldId="273"/>
            <ac:spMk id="5" creationId="{7FA6C3D4-1A5A-8B57-83BE-CEC29F9C2436}"/>
          </ac:spMkLst>
        </pc:spChg>
        <pc:spChg chg="add del mod ord">
          <ac:chgData name="Khatpe, Snehal S" userId="4ed9fb3f-b687-4011-9dd8-c1f91c82fee2" providerId="ADAL" clId="{1CE4A5C6-E7B5-E141-B47D-E4D2DE134E78}" dt="2024-04-30T18:12:13.307" v="63" actId="6264"/>
          <ac:spMkLst>
            <pc:docMk/>
            <pc:sldMk cId="2191193948" sldId="273"/>
            <ac:spMk id="6" creationId="{610CB350-8D87-330A-F8C3-C2F92F22114A}"/>
          </ac:spMkLst>
        </pc:spChg>
        <pc:spChg chg="add del mod">
          <ac:chgData name="Khatpe, Snehal S" userId="4ed9fb3f-b687-4011-9dd8-c1f91c82fee2" providerId="ADAL" clId="{1CE4A5C6-E7B5-E141-B47D-E4D2DE134E78}" dt="2024-04-30T18:12:13.307" v="63" actId="6264"/>
          <ac:spMkLst>
            <pc:docMk/>
            <pc:sldMk cId="2191193948" sldId="273"/>
            <ac:spMk id="8" creationId="{9F3DBB8D-78C4-9AAF-64F4-5C933AB916DE}"/>
          </ac:spMkLst>
        </pc:spChg>
        <pc:spChg chg="add del mod ord">
          <ac:chgData name="Khatpe, Snehal S" userId="4ed9fb3f-b687-4011-9dd8-c1f91c82fee2" providerId="ADAL" clId="{1CE4A5C6-E7B5-E141-B47D-E4D2DE134E78}" dt="2024-04-30T18:12:15.069" v="64" actId="6264"/>
          <ac:spMkLst>
            <pc:docMk/>
            <pc:sldMk cId="2191193948" sldId="273"/>
            <ac:spMk id="9" creationId="{1EF27976-C670-B963-8412-64AFF489996D}"/>
          </ac:spMkLst>
        </pc:spChg>
        <pc:spChg chg="add del mod ord">
          <ac:chgData name="Khatpe, Snehal S" userId="4ed9fb3f-b687-4011-9dd8-c1f91c82fee2" providerId="ADAL" clId="{1CE4A5C6-E7B5-E141-B47D-E4D2DE134E78}" dt="2024-04-30T18:12:15.069" v="64" actId="6264"/>
          <ac:spMkLst>
            <pc:docMk/>
            <pc:sldMk cId="2191193948" sldId="273"/>
            <ac:spMk id="10" creationId="{69ED5091-4106-2E2C-3F89-3D73657AEFBA}"/>
          </ac:spMkLst>
        </pc:spChg>
        <pc:spChg chg="add del mod">
          <ac:chgData name="Khatpe, Snehal S" userId="4ed9fb3f-b687-4011-9dd8-c1f91c82fee2" providerId="ADAL" clId="{1CE4A5C6-E7B5-E141-B47D-E4D2DE134E78}" dt="2024-04-30T18:12:15.069" v="64" actId="6264"/>
          <ac:spMkLst>
            <pc:docMk/>
            <pc:sldMk cId="2191193948" sldId="273"/>
            <ac:spMk id="11" creationId="{58625D36-0B17-77C9-46FB-F2760E034451}"/>
          </ac:spMkLst>
        </pc:spChg>
        <pc:spChg chg="add mod ord">
          <ac:chgData name="Khatpe, Snehal S" userId="4ed9fb3f-b687-4011-9dd8-c1f91c82fee2" providerId="ADAL" clId="{1CE4A5C6-E7B5-E141-B47D-E4D2DE134E78}" dt="2024-04-30T18:31:45.389" v="108" actId="26606"/>
          <ac:spMkLst>
            <pc:docMk/>
            <pc:sldMk cId="2191193948" sldId="273"/>
            <ac:spMk id="12" creationId="{E5070620-4F2E-2926-28FE-D68159022D2C}"/>
          </ac:spMkLst>
        </pc:spChg>
        <pc:spChg chg="add del mod ord">
          <ac:chgData name="Khatpe, Snehal S" userId="4ed9fb3f-b687-4011-9dd8-c1f91c82fee2" providerId="ADAL" clId="{1CE4A5C6-E7B5-E141-B47D-E4D2DE134E78}" dt="2024-04-30T18:34:53.561" v="120" actId="478"/>
          <ac:spMkLst>
            <pc:docMk/>
            <pc:sldMk cId="2191193948" sldId="273"/>
            <ac:spMk id="13" creationId="{ECBEBAC7-F931-4B11-D856-A9016B5E0468}"/>
          </ac:spMkLst>
        </pc:spChg>
        <pc:spChg chg="add del mod">
          <ac:chgData name="Khatpe, Snehal S" userId="4ed9fb3f-b687-4011-9dd8-c1f91c82fee2" providerId="ADAL" clId="{1CE4A5C6-E7B5-E141-B47D-E4D2DE134E78}" dt="2024-04-30T18:12:32.293" v="66"/>
          <ac:spMkLst>
            <pc:docMk/>
            <pc:sldMk cId="2191193948" sldId="273"/>
            <ac:spMk id="15" creationId="{92822D81-6CC9-FC80-A17E-EC2048425D47}"/>
          </ac:spMkLst>
        </pc:spChg>
        <pc:spChg chg="add del mod">
          <ac:chgData name="Khatpe, Snehal S" userId="4ed9fb3f-b687-4011-9dd8-c1f91c82fee2" providerId="ADAL" clId="{1CE4A5C6-E7B5-E141-B47D-E4D2DE134E78}" dt="2024-04-30T18:12:53.620" v="75" actId="478"/>
          <ac:spMkLst>
            <pc:docMk/>
            <pc:sldMk cId="2191193948" sldId="273"/>
            <ac:spMk id="18" creationId="{2D68BEE1-BD2C-C71A-FE34-0B1C97E7A5C9}"/>
          </ac:spMkLst>
        </pc:spChg>
        <pc:spChg chg="add del mod">
          <ac:chgData name="Khatpe, Snehal S" userId="4ed9fb3f-b687-4011-9dd8-c1f91c82fee2" providerId="ADAL" clId="{1CE4A5C6-E7B5-E141-B47D-E4D2DE134E78}" dt="2024-04-30T18:34:53.599" v="122"/>
          <ac:spMkLst>
            <pc:docMk/>
            <pc:sldMk cId="2191193948" sldId="273"/>
            <ac:spMk id="23" creationId="{FF58F725-30F5-1E3C-A940-8C1F9D8F594F}"/>
          </ac:spMkLst>
        </pc:spChg>
        <pc:spChg chg="add del mod">
          <ac:chgData name="Khatpe, Snehal S" userId="4ed9fb3f-b687-4011-9dd8-c1f91c82fee2" providerId="ADAL" clId="{1CE4A5C6-E7B5-E141-B47D-E4D2DE134E78}" dt="2024-04-30T18:34:57.971" v="123" actId="478"/>
          <ac:spMkLst>
            <pc:docMk/>
            <pc:sldMk cId="2191193948" sldId="273"/>
            <ac:spMk id="25" creationId="{2843E52D-72BE-B59B-2B5D-0D63EF96EF9B}"/>
          </ac:spMkLst>
        </pc:spChg>
        <pc:spChg chg="add del">
          <ac:chgData name="Khatpe, Snehal S" userId="4ed9fb3f-b687-4011-9dd8-c1f91c82fee2" providerId="ADAL" clId="{1CE4A5C6-E7B5-E141-B47D-E4D2DE134E78}" dt="2024-04-30T18:31:06.777" v="102" actId="26606"/>
          <ac:spMkLst>
            <pc:docMk/>
            <pc:sldMk cId="2191193948" sldId="273"/>
            <ac:spMk id="26" creationId="{E8A8EAB8-D2FF-444D-B34B-7D32F106AD0E}"/>
          </ac:spMkLst>
        </pc:spChg>
        <pc:spChg chg="add del">
          <ac:chgData name="Khatpe, Snehal S" userId="4ed9fb3f-b687-4011-9dd8-c1f91c82fee2" providerId="ADAL" clId="{1CE4A5C6-E7B5-E141-B47D-E4D2DE134E78}" dt="2024-04-30T18:31:29.200" v="105" actId="26606"/>
          <ac:spMkLst>
            <pc:docMk/>
            <pc:sldMk cId="2191193948" sldId="273"/>
            <ac:spMk id="35" creationId="{9AA72BD9-2C5A-4EDC-931F-5AA08EACA0F3}"/>
          </ac:spMkLst>
        </pc:spChg>
        <pc:spChg chg="add del">
          <ac:chgData name="Khatpe, Snehal S" userId="4ed9fb3f-b687-4011-9dd8-c1f91c82fee2" providerId="ADAL" clId="{1CE4A5C6-E7B5-E141-B47D-E4D2DE134E78}" dt="2024-04-30T18:31:29.200" v="105" actId="26606"/>
          <ac:spMkLst>
            <pc:docMk/>
            <pc:sldMk cId="2191193948" sldId="273"/>
            <ac:spMk id="37" creationId="{DD3981AC-7B61-4947-BCF3-F7AA7FA385B9}"/>
          </ac:spMkLst>
        </pc:spChg>
        <pc:spChg chg="add del">
          <ac:chgData name="Khatpe, Snehal S" userId="4ed9fb3f-b687-4011-9dd8-c1f91c82fee2" providerId="ADAL" clId="{1CE4A5C6-E7B5-E141-B47D-E4D2DE134E78}" dt="2024-04-30T18:31:29.200" v="105" actId="26606"/>
          <ac:spMkLst>
            <pc:docMk/>
            <pc:sldMk cId="2191193948" sldId="273"/>
            <ac:spMk id="39" creationId="{55D4142C-5077-457F-A6AD-3FECFDB39685}"/>
          </ac:spMkLst>
        </pc:spChg>
        <pc:spChg chg="add del">
          <ac:chgData name="Khatpe, Snehal S" userId="4ed9fb3f-b687-4011-9dd8-c1f91c82fee2" providerId="ADAL" clId="{1CE4A5C6-E7B5-E141-B47D-E4D2DE134E78}" dt="2024-04-30T18:31:29.200" v="105" actId="26606"/>
          <ac:spMkLst>
            <pc:docMk/>
            <pc:sldMk cId="2191193948" sldId="273"/>
            <ac:spMk id="41" creationId="{7A5F0580-5EE9-419F-96EE-B6529EF6E7D0}"/>
          </ac:spMkLst>
        </pc:spChg>
        <pc:spChg chg="add del">
          <ac:chgData name="Khatpe, Snehal S" userId="4ed9fb3f-b687-4011-9dd8-c1f91c82fee2" providerId="ADAL" clId="{1CE4A5C6-E7B5-E141-B47D-E4D2DE134E78}" dt="2024-04-30T18:31:45.389" v="108" actId="26606"/>
          <ac:spMkLst>
            <pc:docMk/>
            <pc:sldMk cId="2191193948" sldId="273"/>
            <ac:spMk id="46" creationId="{C0A1ED06-4733-4020-9C60-81D4D801408D}"/>
          </ac:spMkLst>
        </pc:spChg>
        <pc:spChg chg="add del">
          <ac:chgData name="Khatpe, Snehal S" userId="4ed9fb3f-b687-4011-9dd8-c1f91c82fee2" providerId="ADAL" clId="{1CE4A5C6-E7B5-E141-B47D-E4D2DE134E78}" dt="2024-04-30T18:31:45.389" v="108" actId="26606"/>
          <ac:spMkLst>
            <pc:docMk/>
            <pc:sldMk cId="2191193948" sldId="273"/>
            <ac:spMk id="48" creationId="{B0CA3509-3AF9-45FE-93ED-57BB5D5E8E07}"/>
          </ac:spMkLst>
        </pc:spChg>
        <pc:spChg chg="add">
          <ac:chgData name="Khatpe, Snehal S" userId="4ed9fb3f-b687-4011-9dd8-c1f91c82fee2" providerId="ADAL" clId="{1CE4A5C6-E7B5-E141-B47D-E4D2DE134E78}" dt="2024-04-30T18:31:45.389" v="108" actId="26606"/>
          <ac:spMkLst>
            <pc:docMk/>
            <pc:sldMk cId="2191193948" sldId="273"/>
            <ac:spMk id="53" creationId="{E8A8EAB8-D2FF-444D-B34B-7D32F106AD0E}"/>
          </ac:spMkLst>
        </pc:spChg>
        <pc:picChg chg="add del mod ord">
          <ac:chgData name="Khatpe, Snehal S" userId="4ed9fb3f-b687-4011-9dd8-c1f91c82fee2" providerId="ADAL" clId="{1CE4A5C6-E7B5-E141-B47D-E4D2DE134E78}" dt="2024-04-30T18:12:16.733" v="65" actId="478"/>
          <ac:picMkLst>
            <pc:docMk/>
            <pc:sldMk cId="2191193948" sldId="273"/>
            <ac:picMk id="7" creationId="{55E8E75E-7718-B9A5-341B-915B7C29815B}"/>
          </ac:picMkLst>
        </pc:picChg>
        <pc:picChg chg="add del mod">
          <ac:chgData name="Khatpe, Snehal S" userId="4ed9fb3f-b687-4011-9dd8-c1f91c82fee2" providerId="ADAL" clId="{1CE4A5C6-E7B5-E141-B47D-E4D2DE134E78}" dt="2024-04-30T18:12:39.229" v="69" actId="478"/>
          <ac:picMkLst>
            <pc:docMk/>
            <pc:sldMk cId="2191193948" sldId="273"/>
            <ac:picMk id="16" creationId="{E6AF8DA7-FCC5-A14E-4BAC-A1BF1555F808}"/>
          </ac:picMkLst>
        </pc:picChg>
        <pc:picChg chg="add del mod">
          <ac:chgData name="Khatpe, Snehal S" userId="4ed9fb3f-b687-4011-9dd8-c1f91c82fee2" providerId="ADAL" clId="{1CE4A5C6-E7B5-E141-B47D-E4D2DE134E78}" dt="2024-04-30T18:12:50.384" v="74" actId="931"/>
          <ac:picMkLst>
            <pc:docMk/>
            <pc:sldMk cId="2191193948" sldId="273"/>
            <ac:picMk id="20" creationId="{902B3DAE-6703-88B0-0ED2-195653B02049}"/>
          </ac:picMkLst>
        </pc:picChg>
        <pc:picChg chg="add del mod ord">
          <ac:chgData name="Khatpe, Snehal S" userId="4ed9fb3f-b687-4011-9dd8-c1f91c82fee2" providerId="ADAL" clId="{1CE4A5C6-E7B5-E141-B47D-E4D2DE134E78}" dt="2024-04-30T18:32:42.746" v="112" actId="478"/>
          <ac:picMkLst>
            <pc:docMk/>
            <pc:sldMk cId="2191193948" sldId="273"/>
            <ac:picMk id="21" creationId="{35F7F2C0-A2F3-D9CC-7A65-6B7AE64E305E}"/>
          </ac:picMkLst>
        </pc:picChg>
        <pc:picChg chg="add mod">
          <ac:chgData name="Khatpe, Snehal S" userId="4ed9fb3f-b687-4011-9dd8-c1f91c82fee2" providerId="ADAL" clId="{1CE4A5C6-E7B5-E141-B47D-E4D2DE134E78}" dt="2024-04-30T18:34:39.769" v="116" actId="1076"/>
          <ac:picMkLst>
            <pc:docMk/>
            <pc:sldMk cId="2191193948" sldId="273"/>
            <ac:picMk id="22" creationId="{18897B3F-2428-307C-DABB-4615DC3D2E2A}"/>
          </ac:picMkLst>
        </pc:picChg>
        <pc:cxnChg chg="add del">
          <ac:chgData name="Khatpe, Snehal S" userId="4ed9fb3f-b687-4011-9dd8-c1f91c82fee2" providerId="ADAL" clId="{1CE4A5C6-E7B5-E141-B47D-E4D2DE134E78}" dt="2024-04-30T18:31:06.777" v="102" actId="26606"/>
          <ac:cxnSpMkLst>
            <pc:docMk/>
            <pc:sldMk cId="2191193948" sldId="273"/>
            <ac:cxnSpMk id="28" creationId="{EEA38897-7BA3-4408-8083-3235339C4A60}"/>
          </ac:cxnSpMkLst>
        </pc:cxnChg>
        <pc:cxnChg chg="add del">
          <ac:chgData name="Khatpe, Snehal S" userId="4ed9fb3f-b687-4011-9dd8-c1f91c82fee2" providerId="ADAL" clId="{1CE4A5C6-E7B5-E141-B47D-E4D2DE134E78}" dt="2024-04-30T18:31:06.777" v="102" actId="26606"/>
          <ac:cxnSpMkLst>
            <pc:docMk/>
            <pc:sldMk cId="2191193948" sldId="273"/>
            <ac:cxnSpMk id="30" creationId="{F11AD06B-AB20-4097-8606-5DA00DBACE88}"/>
          </ac:cxnSpMkLst>
        </pc:cxnChg>
        <pc:cxnChg chg="add">
          <ac:chgData name="Khatpe, Snehal S" userId="4ed9fb3f-b687-4011-9dd8-c1f91c82fee2" providerId="ADAL" clId="{1CE4A5C6-E7B5-E141-B47D-E4D2DE134E78}" dt="2024-04-30T18:31:45.389" v="108" actId="26606"/>
          <ac:cxnSpMkLst>
            <pc:docMk/>
            <pc:sldMk cId="2191193948" sldId="273"/>
            <ac:cxnSpMk id="55" creationId="{EEA38897-7BA3-4408-8083-3235339C4A60}"/>
          </ac:cxnSpMkLst>
        </pc:cxnChg>
        <pc:cxnChg chg="add">
          <ac:chgData name="Khatpe, Snehal S" userId="4ed9fb3f-b687-4011-9dd8-c1f91c82fee2" providerId="ADAL" clId="{1CE4A5C6-E7B5-E141-B47D-E4D2DE134E78}" dt="2024-04-30T18:31:45.389" v="108" actId="26606"/>
          <ac:cxnSpMkLst>
            <pc:docMk/>
            <pc:sldMk cId="2191193948" sldId="273"/>
            <ac:cxnSpMk id="57" creationId="{F11AD06B-AB20-4097-8606-5DA00DBACE88}"/>
          </ac:cxnSpMkLst>
        </pc:cxnChg>
      </pc:sldChg>
      <pc:sldChg chg="new del">
        <pc:chgData name="Khatpe, Snehal S" userId="4ed9fb3f-b687-4011-9dd8-c1f91c82fee2" providerId="ADAL" clId="{1CE4A5C6-E7B5-E141-B47D-E4D2DE134E78}" dt="2024-04-30T18:52:02.349" v="132" actId="2696"/>
        <pc:sldMkLst>
          <pc:docMk/>
          <pc:sldMk cId="1848782476" sldId="275"/>
        </pc:sldMkLst>
      </pc:sldChg>
      <pc:sldChg chg="addSp delSp modSp new del mod setBg">
        <pc:chgData name="Khatpe, Snehal S" userId="4ed9fb3f-b687-4011-9dd8-c1f91c82fee2" providerId="ADAL" clId="{1CE4A5C6-E7B5-E141-B47D-E4D2DE134E78}" dt="2024-04-30T18:37:40.967" v="129" actId="2696"/>
        <pc:sldMkLst>
          <pc:docMk/>
          <pc:sldMk cId="3590192622" sldId="275"/>
        </pc:sldMkLst>
        <pc:spChg chg="mod">
          <ac:chgData name="Khatpe, Snehal S" userId="4ed9fb3f-b687-4011-9dd8-c1f91c82fee2" providerId="ADAL" clId="{1CE4A5C6-E7B5-E141-B47D-E4D2DE134E78}" dt="2024-04-30T18:36:55.434" v="128" actId="26606"/>
          <ac:spMkLst>
            <pc:docMk/>
            <pc:sldMk cId="3590192622" sldId="275"/>
            <ac:spMk id="2" creationId="{75726AC1-7F0C-6D27-C8D1-3CF9F4CFEDB6}"/>
          </ac:spMkLst>
        </pc:spChg>
        <pc:spChg chg="add del">
          <ac:chgData name="Khatpe, Snehal S" userId="4ed9fb3f-b687-4011-9dd8-c1f91c82fee2" providerId="ADAL" clId="{1CE4A5C6-E7B5-E141-B47D-E4D2DE134E78}" dt="2024-04-30T18:36:55.434" v="128" actId="26606"/>
          <ac:spMkLst>
            <pc:docMk/>
            <pc:sldMk cId="3590192622" sldId="275"/>
            <ac:spMk id="3" creationId="{CCA24420-3A81-91CB-7F0A-C5C1292F91DD}"/>
          </ac:spMkLst>
        </pc:spChg>
        <pc:spChg chg="add del">
          <ac:chgData name="Khatpe, Snehal S" userId="4ed9fb3f-b687-4011-9dd8-c1f91c82fee2" providerId="ADAL" clId="{1CE4A5C6-E7B5-E141-B47D-E4D2DE134E78}" dt="2024-04-30T18:36:55.427" v="127" actId="26606"/>
          <ac:spMkLst>
            <pc:docMk/>
            <pc:sldMk cId="3590192622" sldId="275"/>
            <ac:spMk id="8" creationId="{577D6B2E-37A3-429E-A37C-F30ED6487282}"/>
          </ac:spMkLst>
        </pc:spChg>
        <pc:spChg chg="add del">
          <ac:chgData name="Khatpe, Snehal S" userId="4ed9fb3f-b687-4011-9dd8-c1f91c82fee2" providerId="ADAL" clId="{1CE4A5C6-E7B5-E141-B47D-E4D2DE134E78}" dt="2024-04-30T18:36:55.427" v="127" actId="26606"/>
          <ac:spMkLst>
            <pc:docMk/>
            <pc:sldMk cId="3590192622" sldId="275"/>
            <ac:spMk id="10" creationId="{5CEAD642-85CF-4750-8432-7C80C901F001}"/>
          </ac:spMkLst>
        </pc:spChg>
        <pc:spChg chg="add del">
          <ac:chgData name="Khatpe, Snehal S" userId="4ed9fb3f-b687-4011-9dd8-c1f91c82fee2" providerId="ADAL" clId="{1CE4A5C6-E7B5-E141-B47D-E4D2DE134E78}" dt="2024-04-30T18:36:55.427" v="127" actId="26606"/>
          <ac:spMkLst>
            <pc:docMk/>
            <pc:sldMk cId="3590192622" sldId="275"/>
            <ac:spMk id="12" creationId="{FA33EEAE-15D5-4119-8C1E-89D943F911EF}"/>
          </ac:spMkLst>
        </pc:spChg>
        <pc:spChg chg="add del">
          <ac:chgData name="Khatpe, Snehal S" userId="4ed9fb3f-b687-4011-9dd8-c1f91c82fee2" providerId="ADAL" clId="{1CE4A5C6-E7B5-E141-B47D-E4D2DE134E78}" dt="2024-04-30T18:36:55.427" v="127" actId="26606"/>
          <ac:spMkLst>
            <pc:docMk/>
            <pc:sldMk cId="3590192622" sldId="275"/>
            <ac:spMk id="14" creationId="{730D8B3B-9B80-4025-B934-26DC7D7CD231}"/>
          </ac:spMkLst>
        </pc:spChg>
        <pc:spChg chg="add del">
          <ac:chgData name="Khatpe, Snehal S" userId="4ed9fb3f-b687-4011-9dd8-c1f91c82fee2" providerId="ADAL" clId="{1CE4A5C6-E7B5-E141-B47D-E4D2DE134E78}" dt="2024-04-30T18:36:55.427" v="127" actId="26606"/>
          <ac:spMkLst>
            <pc:docMk/>
            <pc:sldMk cId="3590192622" sldId="275"/>
            <ac:spMk id="16" creationId="{1064D5D5-227B-4F66-9AEA-46F570E793BD}"/>
          </ac:spMkLst>
        </pc:spChg>
        <pc:spChg chg="add del">
          <ac:chgData name="Khatpe, Snehal S" userId="4ed9fb3f-b687-4011-9dd8-c1f91c82fee2" providerId="ADAL" clId="{1CE4A5C6-E7B5-E141-B47D-E4D2DE134E78}" dt="2024-04-30T18:36:55.427" v="127" actId="26606"/>
          <ac:spMkLst>
            <pc:docMk/>
            <pc:sldMk cId="3590192622" sldId="275"/>
            <ac:spMk id="18" creationId="{646B67A4-D328-4747-A82B-65E84FA46368}"/>
          </ac:spMkLst>
        </pc:spChg>
        <pc:spChg chg="add del">
          <ac:chgData name="Khatpe, Snehal S" userId="4ed9fb3f-b687-4011-9dd8-c1f91c82fee2" providerId="ADAL" clId="{1CE4A5C6-E7B5-E141-B47D-E4D2DE134E78}" dt="2024-04-30T18:36:55.427" v="127" actId="26606"/>
          <ac:spMkLst>
            <pc:docMk/>
            <pc:sldMk cId="3590192622" sldId="275"/>
            <ac:spMk id="20" creationId="{B5A1B09C-1565-46F8-B70F-621C5EB48A09}"/>
          </ac:spMkLst>
        </pc:spChg>
        <pc:spChg chg="add del">
          <ac:chgData name="Khatpe, Snehal S" userId="4ed9fb3f-b687-4011-9dd8-c1f91c82fee2" providerId="ADAL" clId="{1CE4A5C6-E7B5-E141-B47D-E4D2DE134E78}" dt="2024-04-30T18:36:55.427" v="127" actId="26606"/>
          <ac:spMkLst>
            <pc:docMk/>
            <pc:sldMk cId="3590192622" sldId="275"/>
            <ac:spMk id="22" creationId="{8C516CC8-80AC-446C-A56E-9F54B7210402}"/>
          </ac:spMkLst>
        </pc:spChg>
        <pc:spChg chg="add">
          <ac:chgData name="Khatpe, Snehal S" userId="4ed9fb3f-b687-4011-9dd8-c1f91c82fee2" providerId="ADAL" clId="{1CE4A5C6-E7B5-E141-B47D-E4D2DE134E78}" dt="2024-04-30T18:36:55.434" v="128" actId="26606"/>
          <ac:spMkLst>
            <pc:docMk/>
            <pc:sldMk cId="3590192622" sldId="275"/>
            <ac:spMk id="24" creationId="{8C790BE2-4E4F-4AAF-81A2-4A6F4885EBE6}"/>
          </ac:spMkLst>
        </pc:spChg>
        <pc:spChg chg="add">
          <ac:chgData name="Khatpe, Snehal S" userId="4ed9fb3f-b687-4011-9dd8-c1f91c82fee2" providerId="ADAL" clId="{1CE4A5C6-E7B5-E141-B47D-E4D2DE134E78}" dt="2024-04-30T18:36:55.434" v="128" actId="26606"/>
          <ac:spMkLst>
            <pc:docMk/>
            <pc:sldMk cId="3590192622" sldId="275"/>
            <ac:spMk id="25" creationId="{D28B54C3-B57B-472A-B96E-1FCB67093DC2}"/>
          </ac:spMkLst>
        </pc:spChg>
        <pc:spChg chg="add">
          <ac:chgData name="Khatpe, Snehal S" userId="4ed9fb3f-b687-4011-9dd8-c1f91c82fee2" providerId="ADAL" clId="{1CE4A5C6-E7B5-E141-B47D-E4D2DE134E78}" dt="2024-04-30T18:36:55.434" v="128" actId="26606"/>
          <ac:spMkLst>
            <pc:docMk/>
            <pc:sldMk cId="3590192622" sldId="275"/>
            <ac:spMk id="26" creationId="{7DB3C429-F8DA-49B9-AF84-21996FCF78B5}"/>
          </ac:spMkLst>
        </pc:spChg>
        <pc:spChg chg="add">
          <ac:chgData name="Khatpe, Snehal S" userId="4ed9fb3f-b687-4011-9dd8-c1f91c82fee2" providerId="ADAL" clId="{1CE4A5C6-E7B5-E141-B47D-E4D2DE134E78}" dt="2024-04-30T18:36:55.434" v="128" actId="26606"/>
          <ac:spMkLst>
            <pc:docMk/>
            <pc:sldMk cId="3590192622" sldId="275"/>
            <ac:spMk id="27" creationId="{E12088DD-B1AD-40E0-8B86-1D87A2CCD9BE}"/>
          </ac:spMkLst>
        </pc:spChg>
        <pc:spChg chg="add">
          <ac:chgData name="Khatpe, Snehal S" userId="4ed9fb3f-b687-4011-9dd8-c1f91c82fee2" providerId="ADAL" clId="{1CE4A5C6-E7B5-E141-B47D-E4D2DE134E78}" dt="2024-04-30T18:36:55.434" v="128" actId="26606"/>
          <ac:spMkLst>
            <pc:docMk/>
            <pc:sldMk cId="3590192622" sldId="275"/>
            <ac:spMk id="28" creationId="{C4C9F2B0-1044-46EB-8AEB-C3BFFDE6C2CC}"/>
          </ac:spMkLst>
        </pc:spChg>
        <pc:spChg chg="add">
          <ac:chgData name="Khatpe, Snehal S" userId="4ed9fb3f-b687-4011-9dd8-c1f91c82fee2" providerId="ADAL" clId="{1CE4A5C6-E7B5-E141-B47D-E4D2DE134E78}" dt="2024-04-30T18:36:55.434" v="128" actId="26606"/>
          <ac:spMkLst>
            <pc:docMk/>
            <pc:sldMk cId="3590192622" sldId="275"/>
            <ac:spMk id="29" creationId="{0C395952-4E26-45A2-8756-2ADFD6E53C6E}"/>
          </ac:spMkLst>
        </pc:spChg>
        <pc:spChg chg="add">
          <ac:chgData name="Khatpe, Snehal S" userId="4ed9fb3f-b687-4011-9dd8-c1f91c82fee2" providerId="ADAL" clId="{1CE4A5C6-E7B5-E141-B47D-E4D2DE134E78}" dt="2024-04-30T18:36:55.434" v="128" actId="26606"/>
          <ac:spMkLst>
            <pc:docMk/>
            <pc:sldMk cId="3590192622" sldId="275"/>
            <ac:spMk id="30" creationId="{4734BADF-9461-4621-B112-2D7BABEA7DD0}"/>
          </ac:spMkLst>
        </pc:spChg>
      </pc:sldChg>
      <pc:sldChg chg="addSp delSp modSp new del mod">
        <pc:chgData name="Khatpe, Snehal S" userId="4ed9fb3f-b687-4011-9dd8-c1f91c82fee2" providerId="ADAL" clId="{1CE4A5C6-E7B5-E141-B47D-E4D2DE134E78}" dt="2024-04-30T19:18:11.982" v="204" actId="2696"/>
        <pc:sldMkLst>
          <pc:docMk/>
          <pc:sldMk cId="701650458" sldId="276"/>
        </pc:sldMkLst>
        <pc:spChg chg="add del mod">
          <ac:chgData name="Khatpe, Snehal S" userId="4ed9fb3f-b687-4011-9dd8-c1f91c82fee2" providerId="ADAL" clId="{1CE4A5C6-E7B5-E141-B47D-E4D2DE134E78}" dt="2024-04-30T19:16:57.505" v="198"/>
          <ac:spMkLst>
            <pc:docMk/>
            <pc:sldMk cId="701650458" sldId="276"/>
            <ac:spMk id="4" creationId="{692CB340-78EE-7FBD-FF34-57A65990F3D1}"/>
          </ac:spMkLst>
        </pc:spChg>
      </pc:sldChg>
      <pc:sldChg chg="new del">
        <pc:chgData name="Khatpe, Snehal S" userId="4ed9fb3f-b687-4011-9dd8-c1f91c82fee2" providerId="ADAL" clId="{1CE4A5C6-E7B5-E141-B47D-E4D2DE134E78}" dt="2024-04-30T19:18:09.894" v="203" actId="2696"/>
        <pc:sldMkLst>
          <pc:docMk/>
          <pc:sldMk cId="943078762" sldId="277"/>
        </pc:sldMkLst>
      </pc:sldChg>
      <pc:sldChg chg="modSp new del mod">
        <pc:chgData name="Khatpe, Snehal S" userId="4ed9fb3f-b687-4011-9dd8-c1f91c82fee2" providerId="ADAL" clId="{1CE4A5C6-E7B5-E141-B47D-E4D2DE134E78}" dt="2024-04-30T19:18:06.784" v="202" actId="2696"/>
        <pc:sldMkLst>
          <pc:docMk/>
          <pc:sldMk cId="191309739" sldId="278"/>
        </pc:sldMkLst>
        <pc:spChg chg="mod">
          <ac:chgData name="Khatpe, Snehal S" userId="4ed9fb3f-b687-4011-9dd8-c1f91c82fee2" providerId="ADAL" clId="{1CE4A5C6-E7B5-E141-B47D-E4D2DE134E78}" dt="2024-04-30T19:17:12.697" v="201"/>
          <ac:spMkLst>
            <pc:docMk/>
            <pc:sldMk cId="191309739" sldId="278"/>
            <ac:spMk id="3" creationId="{8F232ABE-B513-7C9E-06F1-F18DDD236BDF}"/>
          </ac:spMkLst>
        </pc:spChg>
      </pc:sldChg>
      <pc:sldMasterChg chg="add del addSldLayout delSldLayout">
        <pc:chgData name="Khatpe, Snehal S" userId="4ed9fb3f-b687-4011-9dd8-c1f91c82fee2" providerId="ADAL" clId="{1CE4A5C6-E7B5-E141-B47D-E4D2DE134E78}" dt="2024-04-30T03:00:59.226" v="16" actId="26606"/>
        <pc:sldMasterMkLst>
          <pc:docMk/>
          <pc:sldMasterMk cId="2460954070" sldId="2147483660"/>
        </pc:sldMasterMkLst>
        <pc:sldLayoutChg chg="add del">
          <pc:chgData name="Khatpe, Snehal S" userId="4ed9fb3f-b687-4011-9dd8-c1f91c82fee2" providerId="ADAL" clId="{1CE4A5C6-E7B5-E141-B47D-E4D2DE134E78}" dt="2024-04-30T03:00:59.226" v="16" actId="26606"/>
          <pc:sldLayoutMkLst>
            <pc:docMk/>
            <pc:sldMasterMk cId="2460954070" sldId="2147483660"/>
            <pc:sldLayoutMk cId="2385387890" sldId="2147483661"/>
          </pc:sldLayoutMkLst>
        </pc:sldLayoutChg>
        <pc:sldLayoutChg chg="add del">
          <pc:chgData name="Khatpe, Snehal S" userId="4ed9fb3f-b687-4011-9dd8-c1f91c82fee2" providerId="ADAL" clId="{1CE4A5C6-E7B5-E141-B47D-E4D2DE134E78}" dt="2024-04-30T03:00:59.226" v="16" actId="26606"/>
          <pc:sldLayoutMkLst>
            <pc:docMk/>
            <pc:sldMasterMk cId="2460954070" sldId="2147483660"/>
            <pc:sldLayoutMk cId="949138452" sldId="2147483662"/>
          </pc:sldLayoutMkLst>
        </pc:sldLayoutChg>
        <pc:sldLayoutChg chg="add del">
          <pc:chgData name="Khatpe, Snehal S" userId="4ed9fb3f-b687-4011-9dd8-c1f91c82fee2" providerId="ADAL" clId="{1CE4A5C6-E7B5-E141-B47D-E4D2DE134E78}" dt="2024-04-30T03:00:59.226" v="16" actId="26606"/>
          <pc:sldLayoutMkLst>
            <pc:docMk/>
            <pc:sldMasterMk cId="2460954070" sldId="2147483660"/>
            <pc:sldLayoutMk cId="2591524520" sldId="2147483663"/>
          </pc:sldLayoutMkLst>
        </pc:sldLayoutChg>
        <pc:sldLayoutChg chg="add del">
          <pc:chgData name="Khatpe, Snehal S" userId="4ed9fb3f-b687-4011-9dd8-c1f91c82fee2" providerId="ADAL" clId="{1CE4A5C6-E7B5-E141-B47D-E4D2DE134E78}" dt="2024-04-30T03:00:59.226" v="16" actId="26606"/>
          <pc:sldLayoutMkLst>
            <pc:docMk/>
            <pc:sldMasterMk cId="2460954070" sldId="2147483660"/>
            <pc:sldLayoutMk cId="1203092039" sldId="2147483664"/>
          </pc:sldLayoutMkLst>
        </pc:sldLayoutChg>
        <pc:sldLayoutChg chg="add del">
          <pc:chgData name="Khatpe, Snehal S" userId="4ed9fb3f-b687-4011-9dd8-c1f91c82fee2" providerId="ADAL" clId="{1CE4A5C6-E7B5-E141-B47D-E4D2DE134E78}" dt="2024-04-30T03:00:59.226" v="16" actId="26606"/>
          <pc:sldLayoutMkLst>
            <pc:docMk/>
            <pc:sldMasterMk cId="2460954070" sldId="2147483660"/>
            <pc:sldLayoutMk cId="3733172339" sldId="2147483665"/>
          </pc:sldLayoutMkLst>
        </pc:sldLayoutChg>
        <pc:sldLayoutChg chg="add del">
          <pc:chgData name="Khatpe, Snehal S" userId="4ed9fb3f-b687-4011-9dd8-c1f91c82fee2" providerId="ADAL" clId="{1CE4A5C6-E7B5-E141-B47D-E4D2DE134E78}" dt="2024-04-30T03:00:59.226" v="16" actId="26606"/>
          <pc:sldLayoutMkLst>
            <pc:docMk/>
            <pc:sldMasterMk cId="2460954070" sldId="2147483660"/>
            <pc:sldLayoutMk cId="3210312558" sldId="2147483666"/>
          </pc:sldLayoutMkLst>
        </pc:sldLayoutChg>
        <pc:sldLayoutChg chg="add del">
          <pc:chgData name="Khatpe, Snehal S" userId="4ed9fb3f-b687-4011-9dd8-c1f91c82fee2" providerId="ADAL" clId="{1CE4A5C6-E7B5-E141-B47D-E4D2DE134E78}" dt="2024-04-30T03:00:59.226" v="16" actId="26606"/>
          <pc:sldLayoutMkLst>
            <pc:docMk/>
            <pc:sldMasterMk cId="2460954070" sldId="2147483660"/>
            <pc:sldLayoutMk cId="3146388984" sldId="2147483667"/>
          </pc:sldLayoutMkLst>
        </pc:sldLayoutChg>
        <pc:sldLayoutChg chg="add del">
          <pc:chgData name="Khatpe, Snehal S" userId="4ed9fb3f-b687-4011-9dd8-c1f91c82fee2" providerId="ADAL" clId="{1CE4A5C6-E7B5-E141-B47D-E4D2DE134E78}" dt="2024-04-30T03:00:59.226" v="16" actId="26606"/>
          <pc:sldLayoutMkLst>
            <pc:docMk/>
            <pc:sldMasterMk cId="2460954070" sldId="2147483660"/>
            <pc:sldLayoutMk cId="3171841454" sldId="2147483668"/>
          </pc:sldLayoutMkLst>
        </pc:sldLayoutChg>
        <pc:sldLayoutChg chg="add del">
          <pc:chgData name="Khatpe, Snehal S" userId="4ed9fb3f-b687-4011-9dd8-c1f91c82fee2" providerId="ADAL" clId="{1CE4A5C6-E7B5-E141-B47D-E4D2DE134E78}" dt="2024-04-30T03:00:59.226" v="16" actId="26606"/>
          <pc:sldLayoutMkLst>
            <pc:docMk/>
            <pc:sldMasterMk cId="2460954070" sldId="2147483660"/>
            <pc:sldLayoutMk cId="1718958274" sldId="2147483669"/>
          </pc:sldLayoutMkLst>
        </pc:sldLayoutChg>
        <pc:sldLayoutChg chg="add del">
          <pc:chgData name="Khatpe, Snehal S" userId="4ed9fb3f-b687-4011-9dd8-c1f91c82fee2" providerId="ADAL" clId="{1CE4A5C6-E7B5-E141-B47D-E4D2DE134E78}" dt="2024-04-30T03:00:59.226" v="16" actId="26606"/>
          <pc:sldLayoutMkLst>
            <pc:docMk/>
            <pc:sldMasterMk cId="2460954070" sldId="2147483660"/>
            <pc:sldLayoutMk cId="2202905451" sldId="2147483670"/>
          </pc:sldLayoutMkLst>
        </pc:sldLayoutChg>
        <pc:sldLayoutChg chg="add del">
          <pc:chgData name="Khatpe, Snehal S" userId="4ed9fb3f-b687-4011-9dd8-c1f91c82fee2" providerId="ADAL" clId="{1CE4A5C6-E7B5-E141-B47D-E4D2DE134E78}" dt="2024-04-30T03:00:59.226" v="16" actId="26606"/>
          <pc:sldLayoutMkLst>
            <pc:docMk/>
            <pc:sldMasterMk cId="2460954070" sldId="2147483660"/>
            <pc:sldLayoutMk cId="3479445657" sldId="2147483671"/>
          </pc:sldLayoutMkLst>
        </pc:sldLayoutChg>
      </pc:sldMasterChg>
      <pc:sldMasterChg chg="add del addSldLayout delSldLayout">
        <pc:chgData name="Khatpe, Snehal S" userId="4ed9fb3f-b687-4011-9dd8-c1f91c82fee2" providerId="ADAL" clId="{1CE4A5C6-E7B5-E141-B47D-E4D2DE134E78}" dt="2024-04-30T03:00:59.193" v="15" actId="26606"/>
        <pc:sldMasterMkLst>
          <pc:docMk/>
          <pc:sldMasterMk cId="4114284522" sldId="2147483685"/>
        </pc:sldMasterMkLst>
        <pc:sldLayoutChg chg="add del">
          <pc:chgData name="Khatpe, Snehal S" userId="4ed9fb3f-b687-4011-9dd8-c1f91c82fee2" providerId="ADAL" clId="{1CE4A5C6-E7B5-E141-B47D-E4D2DE134E78}" dt="2024-04-30T03:00:59.193" v="15" actId="26606"/>
          <pc:sldLayoutMkLst>
            <pc:docMk/>
            <pc:sldMasterMk cId="4114284522" sldId="2147483685"/>
            <pc:sldLayoutMk cId="503316203" sldId="2147483674"/>
          </pc:sldLayoutMkLst>
        </pc:sldLayoutChg>
        <pc:sldLayoutChg chg="add del">
          <pc:chgData name="Khatpe, Snehal S" userId="4ed9fb3f-b687-4011-9dd8-c1f91c82fee2" providerId="ADAL" clId="{1CE4A5C6-E7B5-E141-B47D-E4D2DE134E78}" dt="2024-04-30T03:00:59.193" v="15" actId="26606"/>
          <pc:sldLayoutMkLst>
            <pc:docMk/>
            <pc:sldMasterMk cId="4114284522" sldId="2147483685"/>
            <pc:sldLayoutMk cId="2198179360" sldId="2147483675"/>
          </pc:sldLayoutMkLst>
        </pc:sldLayoutChg>
        <pc:sldLayoutChg chg="add del">
          <pc:chgData name="Khatpe, Snehal S" userId="4ed9fb3f-b687-4011-9dd8-c1f91c82fee2" providerId="ADAL" clId="{1CE4A5C6-E7B5-E141-B47D-E4D2DE134E78}" dt="2024-04-30T03:00:59.193" v="15" actId="26606"/>
          <pc:sldLayoutMkLst>
            <pc:docMk/>
            <pc:sldMasterMk cId="4114284522" sldId="2147483685"/>
            <pc:sldLayoutMk cId="1525388958" sldId="2147483676"/>
          </pc:sldLayoutMkLst>
        </pc:sldLayoutChg>
        <pc:sldLayoutChg chg="add del">
          <pc:chgData name="Khatpe, Snehal S" userId="4ed9fb3f-b687-4011-9dd8-c1f91c82fee2" providerId="ADAL" clId="{1CE4A5C6-E7B5-E141-B47D-E4D2DE134E78}" dt="2024-04-30T03:00:59.193" v="15" actId="26606"/>
          <pc:sldLayoutMkLst>
            <pc:docMk/>
            <pc:sldMasterMk cId="4114284522" sldId="2147483685"/>
            <pc:sldLayoutMk cId="2044630853" sldId="2147483677"/>
          </pc:sldLayoutMkLst>
        </pc:sldLayoutChg>
        <pc:sldLayoutChg chg="add del">
          <pc:chgData name="Khatpe, Snehal S" userId="4ed9fb3f-b687-4011-9dd8-c1f91c82fee2" providerId="ADAL" clId="{1CE4A5C6-E7B5-E141-B47D-E4D2DE134E78}" dt="2024-04-30T03:00:59.193" v="15" actId="26606"/>
          <pc:sldLayoutMkLst>
            <pc:docMk/>
            <pc:sldMasterMk cId="4114284522" sldId="2147483685"/>
            <pc:sldLayoutMk cId="2537476071" sldId="2147483678"/>
          </pc:sldLayoutMkLst>
        </pc:sldLayoutChg>
        <pc:sldLayoutChg chg="add del">
          <pc:chgData name="Khatpe, Snehal S" userId="4ed9fb3f-b687-4011-9dd8-c1f91c82fee2" providerId="ADAL" clId="{1CE4A5C6-E7B5-E141-B47D-E4D2DE134E78}" dt="2024-04-30T03:00:59.193" v="15" actId="26606"/>
          <pc:sldLayoutMkLst>
            <pc:docMk/>
            <pc:sldMasterMk cId="4114284522" sldId="2147483685"/>
            <pc:sldLayoutMk cId="1692759664" sldId="2147483679"/>
          </pc:sldLayoutMkLst>
        </pc:sldLayoutChg>
        <pc:sldLayoutChg chg="add del">
          <pc:chgData name="Khatpe, Snehal S" userId="4ed9fb3f-b687-4011-9dd8-c1f91c82fee2" providerId="ADAL" clId="{1CE4A5C6-E7B5-E141-B47D-E4D2DE134E78}" dt="2024-04-30T03:00:59.193" v="15" actId="26606"/>
          <pc:sldLayoutMkLst>
            <pc:docMk/>
            <pc:sldMasterMk cId="4114284522" sldId="2147483685"/>
            <pc:sldLayoutMk cId="1484091898" sldId="2147483680"/>
          </pc:sldLayoutMkLst>
        </pc:sldLayoutChg>
        <pc:sldLayoutChg chg="add del">
          <pc:chgData name="Khatpe, Snehal S" userId="4ed9fb3f-b687-4011-9dd8-c1f91c82fee2" providerId="ADAL" clId="{1CE4A5C6-E7B5-E141-B47D-E4D2DE134E78}" dt="2024-04-30T03:00:59.193" v="15" actId="26606"/>
          <pc:sldLayoutMkLst>
            <pc:docMk/>
            <pc:sldMasterMk cId="4114284522" sldId="2147483685"/>
            <pc:sldLayoutMk cId="3374070139" sldId="2147483681"/>
          </pc:sldLayoutMkLst>
        </pc:sldLayoutChg>
        <pc:sldLayoutChg chg="add del">
          <pc:chgData name="Khatpe, Snehal S" userId="4ed9fb3f-b687-4011-9dd8-c1f91c82fee2" providerId="ADAL" clId="{1CE4A5C6-E7B5-E141-B47D-E4D2DE134E78}" dt="2024-04-30T03:00:59.193" v="15" actId="26606"/>
          <pc:sldLayoutMkLst>
            <pc:docMk/>
            <pc:sldMasterMk cId="4114284522" sldId="2147483685"/>
            <pc:sldLayoutMk cId="1541121052" sldId="2147483682"/>
          </pc:sldLayoutMkLst>
        </pc:sldLayoutChg>
        <pc:sldLayoutChg chg="add del">
          <pc:chgData name="Khatpe, Snehal S" userId="4ed9fb3f-b687-4011-9dd8-c1f91c82fee2" providerId="ADAL" clId="{1CE4A5C6-E7B5-E141-B47D-E4D2DE134E78}" dt="2024-04-30T03:00:59.193" v="15" actId="26606"/>
          <pc:sldLayoutMkLst>
            <pc:docMk/>
            <pc:sldMasterMk cId="4114284522" sldId="2147483685"/>
            <pc:sldLayoutMk cId="2052294938" sldId="2147483683"/>
          </pc:sldLayoutMkLst>
        </pc:sldLayoutChg>
        <pc:sldLayoutChg chg="add del">
          <pc:chgData name="Khatpe, Snehal S" userId="4ed9fb3f-b687-4011-9dd8-c1f91c82fee2" providerId="ADAL" clId="{1CE4A5C6-E7B5-E141-B47D-E4D2DE134E78}" dt="2024-04-30T03:00:59.193" v="15" actId="26606"/>
          <pc:sldLayoutMkLst>
            <pc:docMk/>
            <pc:sldMasterMk cId="4114284522" sldId="2147483685"/>
            <pc:sldLayoutMk cId="2547374678" sldId="2147483684"/>
          </pc:sldLayoutMkLst>
        </pc:sldLayoutChg>
      </pc:sldMasterChg>
      <pc:sldMasterChg chg="add addSldLayout">
        <pc:chgData name="Khatpe, Snehal S" userId="4ed9fb3f-b687-4011-9dd8-c1f91c82fee2" providerId="ADAL" clId="{1CE4A5C6-E7B5-E141-B47D-E4D2DE134E78}" dt="2024-04-30T03:00:59.226" v="16" actId="26606"/>
        <pc:sldMasterMkLst>
          <pc:docMk/>
          <pc:sldMasterMk cId="2538333415" sldId="2147483698"/>
        </pc:sldMasterMkLst>
        <pc:sldLayoutChg chg="add">
          <pc:chgData name="Khatpe, Snehal S" userId="4ed9fb3f-b687-4011-9dd8-c1f91c82fee2" providerId="ADAL" clId="{1CE4A5C6-E7B5-E141-B47D-E4D2DE134E78}" dt="2024-04-30T03:00:59.226" v="16" actId="26606"/>
          <pc:sldLayoutMkLst>
            <pc:docMk/>
            <pc:sldMasterMk cId="2538333415" sldId="2147483698"/>
            <pc:sldLayoutMk cId="2712319810" sldId="2147483687"/>
          </pc:sldLayoutMkLst>
        </pc:sldLayoutChg>
        <pc:sldLayoutChg chg="add">
          <pc:chgData name="Khatpe, Snehal S" userId="4ed9fb3f-b687-4011-9dd8-c1f91c82fee2" providerId="ADAL" clId="{1CE4A5C6-E7B5-E141-B47D-E4D2DE134E78}" dt="2024-04-30T03:00:59.226" v="16" actId="26606"/>
          <pc:sldLayoutMkLst>
            <pc:docMk/>
            <pc:sldMasterMk cId="2538333415" sldId="2147483698"/>
            <pc:sldLayoutMk cId="204174667" sldId="2147483688"/>
          </pc:sldLayoutMkLst>
        </pc:sldLayoutChg>
        <pc:sldLayoutChg chg="add">
          <pc:chgData name="Khatpe, Snehal S" userId="4ed9fb3f-b687-4011-9dd8-c1f91c82fee2" providerId="ADAL" clId="{1CE4A5C6-E7B5-E141-B47D-E4D2DE134E78}" dt="2024-04-30T03:00:59.226" v="16" actId="26606"/>
          <pc:sldLayoutMkLst>
            <pc:docMk/>
            <pc:sldMasterMk cId="2538333415" sldId="2147483698"/>
            <pc:sldLayoutMk cId="1738197358" sldId="2147483689"/>
          </pc:sldLayoutMkLst>
        </pc:sldLayoutChg>
        <pc:sldLayoutChg chg="add">
          <pc:chgData name="Khatpe, Snehal S" userId="4ed9fb3f-b687-4011-9dd8-c1f91c82fee2" providerId="ADAL" clId="{1CE4A5C6-E7B5-E141-B47D-E4D2DE134E78}" dt="2024-04-30T03:00:59.226" v="16" actId="26606"/>
          <pc:sldLayoutMkLst>
            <pc:docMk/>
            <pc:sldMasterMk cId="2538333415" sldId="2147483698"/>
            <pc:sldLayoutMk cId="915395428" sldId="2147483690"/>
          </pc:sldLayoutMkLst>
        </pc:sldLayoutChg>
        <pc:sldLayoutChg chg="add">
          <pc:chgData name="Khatpe, Snehal S" userId="4ed9fb3f-b687-4011-9dd8-c1f91c82fee2" providerId="ADAL" clId="{1CE4A5C6-E7B5-E141-B47D-E4D2DE134E78}" dt="2024-04-30T03:00:59.226" v="16" actId="26606"/>
          <pc:sldLayoutMkLst>
            <pc:docMk/>
            <pc:sldMasterMk cId="2538333415" sldId="2147483698"/>
            <pc:sldLayoutMk cId="2059207405" sldId="2147483691"/>
          </pc:sldLayoutMkLst>
        </pc:sldLayoutChg>
        <pc:sldLayoutChg chg="add">
          <pc:chgData name="Khatpe, Snehal S" userId="4ed9fb3f-b687-4011-9dd8-c1f91c82fee2" providerId="ADAL" clId="{1CE4A5C6-E7B5-E141-B47D-E4D2DE134E78}" dt="2024-04-30T03:00:59.226" v="16" actId="26606"/>
          <pc:sldLayoutMkLst>
            <pc:docMk/>
            <pc:sldMasterMk cId="2538333415" sldId="2147483698"/>
            <pc:sldLayoutMk cId="4125128217" sldId="2147483692"/>
          </pc:sldLayoutMkLst>
        </pc:sldLayoutChg>
        <pc:sldLayoutChg chg="add">
          <pc:chgData name="Khatpe, Snehal S" userId="4ed9fb3f-b687-4011-9dd8-c1f91c82fee2" providerId="ADAL" clId="{1CE4A5C6-E7B5-E141-B47D-E4D2DE134E78}" dt="2024-04-30T03:00:59.226" v="16" actId="26606"/>
          <pc:sldLayoutMkLst>
            <pc:docMk/>
            <pc:sldMasterMk cId="2538333415" sldId="2147483698"/>
            <pc:sldLayoutMk cId="3208461387" sldId="2147483693"/>
          </pc:sldLayoutMkLst>
        </pc:sldLayoutChg>
        <pc:sldLayoutChg chg="add">
          <pc:chgData name="Khatpe, Snehal S" userId="4ed9fb3f-b687-4011-9dd8-c1f91c82fee2" providerId="ADAL" clId="{1CE4A5C6-E7B5-E141-B47D-E4D2DE134E78}" dt="2024-04-30T03:00:59.226" v="16" actId="26606"/>
          <pc:sldLayoutMkLst>
            <pc:docMk/>
            <pc:sldMasterMk cId="2538333415" sldId="2147483698"/>
            <pc:sldLayoutMk cId="2769083838" sldId="2147483694"/>
          </pc:sldLayoutMkLst>
        </pc:sldLayoutChg>
        <pc:sldLayoutChg chg="add">
          <pc:chgData name="Khatpe, Snehal S" userId="4ed9fb3f-b687-4011-9dd8-c1f91c82fee2" providerId="ADAL" clId="{1CE4A5C6-E7B5-E141-B47D-E4D2DE134E78}" dt="2024-04-30T03:00:59.226" v="16" actId="26606"/>
          <pc:sldLayoutMkLst>
            <pc:docMk/>
            <pc:sldMasterMk cId="2538333415" sldId="2147483698"/>
            <pc:sldLayoutMk cId="3425012176" sldId="2147483695"/>
          </pc:sldLayoutMkLst>
        </pc:sldLayoutChg>
        <pc:sldLayoutChg chg="add">
          <pc:chgData name="Khatpe, Snehal S" userId="4ed9fb3f-b687-4011-9dd8-c1f91c82fee2" providerId="ADAL" clId="{1CE4A5C6-E7B5-E141-B47D-E4D2DE134E78}" dt="2024-04-30T03:00:59.226" v="16" actId="26606"/>
          <pc:sldLayoutMkLst>
            <pc:docMk/>
            <pc:sldMasterMk cId="2538333415" sldId="2147483698"/>
            <pc:sldLayoutMk cId="3770465312" sldId="2147483696"/>
          </pc:sldLayoutMkLst>
        </pc:sldLayoutChg>
        <pc:sldLayoutChg chg="add">
          <pc:chgData name="Khatpe, Snehal S" userId="4ed9fb3f-b687-4011-9dd8-c1f91c82fee2" providerId="ADAL" clId="{1CE4A5C6-E7B5-E141-B47D-E4D2DE134E78}" dt="2024-04-30T03:00:59.226" v="16" actId="26606"/>
          <pc:sldLayoutMkLst>
            <pc:docMk/>
            <pc:sldMasterMk cId="2538333415" sldId="2147483698"/>
            <pc:sldLayoutMk cId="3708164954" sldId="2147483697"/>
          </pc:sldLayoutMkLst>
        </pc:sldLayoutChg>
      </pc:sldMasterChg>
    </pc:docChg>
  </pc:docChgLst>
  <pc:docChgLst>
    <pc:chgData name="Dharam, Tanmayee Ashok" userId="S::txd220006@utdallas.edu::84d982b6-f11a-4b6e-b221-2c1409f68706" providerId="AD" clId="Web-{C8E86CA0-6FDB-45FC-8103-82807AAA9980}"/>
    <pc:docChg chg="addSld modSld">
      <pc:chgData name="Dharam, Tanmayee Ashok" userId="S::txd220006@utdallas.edu::84d982b6-f11a-4b6e-b221-2c1409f68706" providerId="AD" clId="Web-{C8E86CA0-6FDB-45FC-8103-82807AAA9980}" dt="2024-04-30T05:49:02.838" v="49"/>
      <pc:docMkLst>
        <pc:docMk/>
      </pc:docMkLst>
      <pc:sldChg chg="addSp delSp modSp mod setBg">
        <pc:chgData name="Dharam, Tanmayee Ashok" userId="S::txd220006@utdallas.edu::84d982b6-f11a-4b6e-b221-2c1409f68706" providerId="AD" clId="Web-{C8E86CA0-6FDB-45FC-8103-82807AAA9980}" dt="2024-04-30T05:48:42.290" v="47" actId="1076"/>
        <pc:sldMkLst>
          <pc:docMk/>
          <pc:sldMk cId="2678442631" sldId="260"/>
        </pc:sldMkLst>
        <pc:spChg chg="mod">
          <ac:chgData name="Dharam, Tanmayee Ashok" userId="S::txd220006@utdallas.edu::84d982b6-f11a-4b6e-b221-2c1409f68706" providerId="AD" clId="Web-{C8E86CA0-6FDB-45FC-8103-82807AAA9980}" dt="2024-04-30T05:47:15.054" v="29"/>
          <ac:spMkLst>
            <pc:docMk/>
            <pc:sldMk cId="2678442631" sldId="260"/>
            <ac:spMk id="2" creationId="{7CE57E25-B96D-3C99-CBCA-FE6C0357A415}"/>
          </ac:spMkLst>
        </pc:spChg>
        <pc:spChg chg="mod ord">
          <ac:chgData name="Dharam, Tanmayee Ashok" userId="S::txd220006@utdallas.edu::84d982b6-f11a-4b6e-b221-2c1409f68706" providerId="AD" clId="Web-{C8E86CA0-6FDB-45FC-8103-82807AAA9980}" dt="2024-04-30T05:48:35.759" v="45" actId="20577"/>
          <ac:spMkLst>
            <pc:docMk/>
            <pc:sldMk cId="2678442631" sldId="260"/>
            <ac:spMk id="3" creationId="{28401732-1985-C9E5-2B66-E8C0E4FB4D89}"/>
          </ac:spMkLst>
        </pc:spChg>
        <pc:spChg chg="add del">
          <ac:chgData name="Dharam, Tanmayee Ashok" userId="S::txd220006@utdallas.edu::84d982b6-f11a-4b6e-b221-2c1409f68706" providerId="AD" clId="Web-{C8E86CA0-6FDB-45FC-8103-82807AAA9980}" dt="2024-04-30T05:47:15.054" v="29"/>
          <ac:spMkLst>
            <pc:docMk/>
            <pc:sldMk cId="2678442631" sldId="260"/>
            <ac:spMk id="11" creationId="{327D73B4-9F5C-4A64-A179-51B9500CB8B5}"/>
          </ac:spMkLst>
        </pc:spChg>
        <pc:spChg chg="add del">
          <ac:chgData name="Dharam, Tanmayee Ashok" userId="S::txd220006@utdallas.edu::84d982b6-f11a-4b6e-b221-2c1409f68706" providerId="AD" clId="Web-{C8E86CA0-6FDB-45FC-8103-82807AAA9980}" dt="2024-04-30T05:47:15.054" v="29"/>
          <ac:spMkLst>
            <pc:docMk/>
            <pc:sldMk cId="2678442631" sldId="260"/>
            <ac:spMk id="13" creationId="{85D33C90-E0E9-4BCC-847B-53431DF7C73A}"/>
          </ac:spMkLst>
        </pc:spChg>
        <pc:spChg chg="add del">
          <ac:chgData name="Dharam, Tanmayee Ashok" userId="S::txd220006@utdallas.edu::84d982b6-f11a-4b6e-b221-2c1409f68706" providerId="AD" clId="Web-{C8E86CA0-6FDB-45FC-8103-82807AAA9980}" dt="2024-04-30T05:47:15.054" v="29"/>
          <ac:spMkLst>
            <pc:docMk/>
            <pc:sldMk cId="2678442631" sldId="260"/>
            <ac:spMk id="15" creationId="{0743BE1B-E693-47F5-A9BA-46D13E0C9751}"/>
          </ac:spMkLst>
        </pc:spChg>
        <pc:spChg chg="add del">
          <ac:chgData name="Dharam, Tanmayee Ashok" userId="S::txd220006@utdallas.edu::84d982b6-f11a-4b6e-b221-2c1409f68706" providerId="AD" clId="Web-{C8E86CA0-6FDB-45FC-8103-82807AAA9980}" dt="2024-04-30T05:47:15.054" v="29"/>
          <ac:spMkLst>
            <pc:docMk/>
            <pc:sldMk cId="2678442631" sldId="260"/>
            <ac:spMk id="21" creationId="{1453BF6C-B012-48B7-B4E8-6D7AC7C27D02}"/>
          </ac:spMkLst>
        </pc:spChg>
        <pc:spChg chg="add del">
          <ac:chgData name="Dharam, Tanmayee Ashok" userId="S::txd220006@utdallas.edu::84d982b6-f11a-4b6e-b221-2c1409f68706" providerId="AD" clId="Web-{C8E86CA0-6FDB-45FC-8103-82807AAA9980}" dt="2024-04-30T05:47:15.054" v="29"/>
          <ac:spMkLst>
            <pc:docMk/>
            <pc:sldMk cId="2678442631" sldId="260"/>
            <ac:spMk id="23" creationId="{D0F14822-B1F1-4730-A131-C3416A790B0D}"/>
          </ac:spMkLst>
        </pc:spChg>
        <pc:grpChg chg="add del">
          <ac:chgData name="Dharam, Tanmayee Ashok" userId="S::txd220006@utdallas.edu::84d982b6-f11a-4b6e-b221-2c1409f68706" providerId="AD" clId="Web-{C8E86CA0-6FDB-45FC-8103-82807AAA9980}" dt="2024-04-30T05:47:15.054" v="29"/>
          <ac:grpSpMkLst>
            <pc:docMk/>
            <pc:sldMk cId="2678442631" sldId="260"/>
            <ac:grpSpMk id="17" creationId="{CF5BD426-789C-4E69-83C0-245370E37264}"/>
          </ac:grpSpMkLst>
        </pc:grpChg>
        <pc:picChg chg="add mod ord">
          <ac:chgData name="Dharam, Tanmayee Ashok" userId="S::txd220006@utdallas.edu::84d982b6-f11a-4b6e-b221-2c1409f68706" providerId="AD" clId="Web-{C8E86CA0-6FDB-45FC-8103-82807AAA9980}" dt="2024-04-30T05:48:28.056" v="44" actId="1076"/>
          <ac:picMkLst>
            <pc:docMk/>
            <pc:sldMk cId="2678442631" sldId="260"/>
            <ac:picMk id="4" creationId="{C8A86C39-DC87-1BCC-0283-F476A27F73E3}"/>
          </ac:picMkLst>
        </pc:picChg>
        <pc:picChg chg="add mod">
          <ac:chgData name="Dharam, Tanmayee Ashok" userId="S::txd220006@utdallas.edu::84d982b6-f11a-4b6e-b221-2c1409f68706" providerId="AD" clId="Web-{C8E86CA0-6FDB-45FC-8103-82807AAA9980}" dt="2024-04-30T05:48:42.290" v="47" actId="1076"/>
          <ac:picMkLst>
            <pc:docMk/>
            <pc:sldMk cId="2678442631" sldId="260"/>
            <ac:picMk id="5" creationId="{FB457C35-8B8F-C46C-C95D-BC77E0AF75EE}"/>
          </ac:picMkLst>
        </pc:picChg>
        <pc:picChg chg="add mod">
          <ac:chgData name="Dharam, Tanmayee Ashok" userId="S::txd220006@utdallas.edu::84d982b6-f11a-4b6e-b221-2c1409f68706" providerId="AD" clId="Web-{C8E86CA0-6FDB-45FC-8103-82807AAA9980}" dt="2024-04-30T05:48:40.431" v="46" actId="1076"/>
          <ac:picMkLst>
            <pc:docMk/>
            <pc:sldMk cId="2678442631" sldId="260"/>
            <ac:picMk id="6" creationId="{411D94CB-359C-8DA2-741E-9667DB969165}"/>
          </ac:picMkLst>
        </pc:picChg>
        <pc:cxnChg chg="add del">
          <ac:chgData name="Dharam, Tanmayee Ashok" userId="S::txd220006@utdallas.edu::84d982b6-f11a-4b6e-b221-2c1409f68706" providerId="AD" clId="Web-{C8E86CA0-6FDB-45FC-8103-82807AAA9980}" dt="2024-04-30T05:47:15.054" v="29"/>
          <ac:cxnSpMkLst>
            <pc:docMk/>
            <pc:sldMk cId="2678442631" sldId="260"/>
            <ac:cxnSpMk id="25" creationId="{C49DA8F6-BCC1-4447-B54C-57856834B94B}"/>
          </ac:cxnSpMkLst>
        </pc:cxnChg>
      </pc:sldChg>
      <pc:sldChg chg="delSp new">
        <pc:chgData name="Dharam, Tanmayee Ashok" userId="S::txd220006@utdallas.edu::84d982b6-f11a-4b6e-b221-2c1409f68706" providerId="AD" clId="Web-{C8E86CA0-6FDB-45FC-8103-82807AAA9980}" dt="2024-04-30T05:49:02.838" v="49"/>
        <pc:sldMkLst>
          <pc:docMk/>
          <pc:sldMk cId="3199475102" sldId="262"/>
        </pc:sldMkLst>
        <pc:spChg chg="del">
          <ac:chgData name="Dharam, Tanmayee Ashok" userId="S::txd220006@utdallas.edu::84d982b6-f11a-4b6e-b221-2c1409f68706" providerId="AD" clId="Web-{C8E86CA0-6FDB-45FC-8103-82807AAA9980}" dt="2024-04-30T05:49:02.838" v="49"/>
          <ac:spMkLst>
            <pc:docMk/>
            <pc:sldMk cId="3199475102" sldId="262"/>
            <ac:spMk id="2" creationId="{53F0B7F6-5932-A001-A770-604431DD9041}"/>
          </ac:spMkLst>
        </pc:spChg>
      </pc:sldChg>
    </pc:docChg>
  </pc:docChgLst>
  <pc:docChgLst>
    <pc:chgData name="Dharam, Tanmayee Ashok" userId="S::txd220006@utdallas.edu::84d982b6-f11a-4b6e-b221-2c1409f68706" providerId="AD" clId="Web-{8BC17884-8FDA-422D-92B1-EA40903798C5}"/>
    <pc:docChg chg="modSld">
      <pc:chgData name="Dharam, Tanmayee Ashok" userId="S::txd220006@utdallas.edu::84d982b6-f11a-4b6e-b221-2c1409f68706" providerId="AD" clId="Web-{8BC17884-8FDA-422D-92B1-EA40903798C5}" dt="2024-04-30T18:39:10.164" v="7" actId="20577"/>
      <pc:docMkLst>
        <pc:docMk/>
      </pc:docMkLst>
      <pc:sldChg chg="modSp">
        <pc:chgData name="Dharam, Tanmayee Ashok" userId="S::txd220006@utdallas.edu::84d982b6-f11a-4b6e-b221-2c1409f68706" providerId="AD" clId="Web-{8BC17884-8FDA-422D-92B1-EA40903798C5}" dt="2024-04-30T18:39:10.164" v="7" actId="20577"/>
        <pc:sldMkLst>
          <pc:docMk/>
          <pc:sldMk cId="1449443137" sldId="274"/>
        </pc:sldMkLst>
        <pc:spChg chg="mod">
          <ac:chgData name="Dharam, Tanmayee Ashok" userId="S::txd220006@utdallas.edu::84d982b6-f11a-4b6e-b221-2c1409f68706" providerId="AD" clId="Web-{8BC17884-8FDA-422D-92B1-EA40903798C5}" dt="2024-04-30T18:39:10.164" v="7" actId="20577"/>
          <ac:spMkLst>
            <pc:docMk/>
            <pc:sldMk cId="1449443137" sldId="274"/>
            <ac:spMk id="21" creationId="{B7CE13E4-C9CF-B764-A450-0F8D68A8FD27}"/>
          </ac:spMkLst>
        </pc:spChg>
      </pc:sldChg>
    </pc:docChg>
  </pc:docChgLst>
  <pc:docChgLst>
    <pc:chgData name="Sajja, Gopi Krishna" userId="a0175073-6948-4356-8033-eca183443bde" providerId="ADAL" clId="{A306BB0E-E3B3-4146-BF82-F88C96BC018D}"/>
    <pc:docChg chg="modSld">
      <pc:chgData name="Sajja, Gopi Krishna" userId="a0175073-6948-4356-8033-eca183443bde" providerId="ADAL" clId="{A306BB0E-E3B3-4146-BF82-F88C96BC018D}" dt="2024-04-30T23:47:01.804" v="33" actId="20577"/>
      <pc:docMkLst>
        <pc:docMk/>
      </pc:docMkLst>
      <pc:sldChg chg="modSp">
        <pc:chgData name="Sajja, Gopi Krishna" userId="a0175073-6948-4356-8033-eca183443bde" providerId="ADAL" clId="{A306BB0E-E3B3-4146-BF82-F88C96BC018D}" dt="2024-04-30T23:47:01.804" v="33" actId="20577"/>
        <pc:sldMkLst>
          <pc:docMk/>
          <pc:sldMk cId="2623330374" sldId="257"/>
        </pc:sldMkLst>
        <pc:spChg chg="mod">
          <ac:chgData name="Sajja, Gopi Krishna" userId="a0175073-6948-4356-8033-eca183443bde" providerId="ADAL" clId="{A306BB0E-E3B3-4146-BF82-F88C96BC018D}" dt="2024-04-30T23:47:01.804" v="33" actId="20577"/>
          <ac:spMkLst>
            <pc:docMk/>
            <pc:sldMk cId="2623330374" sldId="257"/>
            <ac:spMk id="2" creationId="{68514369-CBE7-3F95-DC45-188613C6CC14}"/>
          </ac:spMkLst>
        </pc:spChg>
      </pc:sldChg>
      <pc:sldChg chg="modSp modAnim">
        <pc:chgData name="Sajja, Gopi Krishna" userId="a0175073-6948-4356-8033-eca183443bde" providerId="ADAL" clId="{A306BB0E-E3B3-4146-BF82-F88C96BC018D}" dt="2024-04-30T23:46:10.394" v="32" actId="20577"/>
        <pc:sldMkLst>
          <pc:docMk/>
          <pc:sldMk cId="1073684111" sldId="258"/>
        </pc:sldMkLst>
        <pc:spChg chg="mod">
          <ac:chgData name="Sajja, Gopi Krishna" userId="a0175073-6948-4356-8033-eca183443bde" providerId="ADAL" clId="{A306BB0E-E3B3-4146-BF82-F88C96BC018D}" dt="2024-04-30T23:46:10.394" v="32" actId="20577"/>
          <ac:spMkLst>
            <pc:docMk/>
            <pc:sldMk cId="1073684111" sldId="258"/>
            <ac:spMk id="3" creationId="{EB3CA6D1-D630-DDC5-6C3A-6C4CFC463B8D}"/>
          </ac:spMkLst>
        </pc:spChg>
      </pc:sldChg>
    </pc:docChg>
  </pc:docChgLst>
  <pc:docChgLst>
    <pc:chgData name="Dharam, Tanmayee Ashok" userId="S::txd220006@utdallas.edu::84d982b6-f11a-4b6e-b221-2c1409f68706" providerId="AD" clId="Web-{AEA1C602-D18D-44B3-B7C1-ADE52A7CB00C}"/>
    <pc:docChg chg="addSld">
      <pc:chgData name="Dharam, Tanmayee Ashok" userId="S::txd220006@utdallas.edu::84d982b6-f11a-4b6e-b221-2c1409f68706" providerId="AD" clId="Web-{AEA1C602-D18D-44B3-B7C1-ADE52A7CB00C}" dt="2024-04-30T01:41:33.148" v="0"/>
      <pc:docMkLst>
        <pc:docMk/>
      </pc:docMkLst>
      <pc:sldChg chg="new">
        <pc:chgData name="Dharam, Tanmayee Ashok" userId="S::txd220006@utdallas.edu::84d982b6-f11a-4b6e-b221-2c1409f68706" providerId="AD" clId="Web-{AEA1C602-D18D-44B3-B7C1-ADE52A7CB00C}" dt="2024-04-30T01:41:33.148" v="0"/>
        <pc:sldMkLst>
          <pc:docMk/>
          <pc:sldMk cId="1656581833" sldId="256"/>
        </pc:sldMkLst>
      </pc:sldChg>
    </pc:docChg>
  </pc:docChgLst>
  <pc:docChgLst>
    <pc:chgData name="Dharam, Tanmayee Ashok" userId="S::txd220006@utdallas.edu::84d982b6-f11a-4b6e-b221-2c1409f68706" providerId="AD" clId="Web-{9D64A7C4-542F-4AF8-A3EC-EF46AEB1CB0B}"/>
    <pc:docChg chg="addSld delSld modSld">
      <pc:chgData name="Dharam, Tanmayee Ashok" userId="S::txd220006@utdallas.edu::84d982b6-f11a-4b6e-b221-2c1409f68706" providerId="AD" clId="Web-{9D64A7C4-542F-4AF8-A3EC-EF46AEB1CB0B}" dt="2024-04-30T18:37:52.899" v="12"/>
      <pc:docMkLst>
        <pc:docMk/>
      </pc:docMkLst>
      <pc:sldChg chg="addSp delSp modSp">
        <pc:chgData name="Dharam, Tanmayee Ashok" userId="S::txd220006@utdallas.edu::84d982b6-f11a-4b6e-b221-2c1409f68706" providerId="AD" clId="Web-{9D64A7C4-542F-4AF8-A3EC-EF46AEB1CB0B}" dt="2024-04-30T18:37:52.899" v="12"/>
        <pc:sldMkLst>
          <pc:docMk/>
          <pc:sldMk cId="1449443137" sldId="274"/>
        </pc:sldMkLst>
        <pc:spChg chg="del">
          <ac:chgData name="Dharam, Tanmayee Ashok" userId="S::txd220006@utdallas.edu::84d982b6-f11a-4b6e-b221-2c1409f68706" providerId="AD" clId="Web-{9D64A7C4-542F-4AF8-A3EC-EF46AEB1CB0B}" dt="2024-04-30T18:36:21.209" v="1"/>
          <ac:spMkLst>
            <pc:docMk/>
            <pc:sldMk cId="1449443137" sldId="274"/>
            <ac:spMk id="3" creationId="{47110E68-F0AC-0D31-924F-5B09798AE0A1}"/>
          </ac:spMkLst>
        </pc:spChg>
        <pc:spChg chg="add">
          <ac:chgData name="Dharam, Tanmayee Ashok" userId="S::txd220006@utdallas.edu::84d982b6-f11a-4b6e-b221-2c1409f68706" providerId="AD" clId="Web-{9D64A7C4-542F-4AF8-A3EC-EF46AEB1CB0B}" dt="2024-04-30T18:36:16.037" v="0"/>
          <ac:spMkLst>
            <pc:docMk/>
            <pc:sldMk cId="1449443137" sldId="274"/>
            <ac:spMk id="9" creationId="{5A965695-AF12-C069-3FEB-441D3B58474F}"/>
          </ac:spMkLst>
        </pc:spChg>
        <pc:spChg chg="add">
          <ac:chgData name="Dharam, Tanmayee Ashok" userId="S::txd220006@utdallas.edu::84d982b6-f11a-4b6e-b221-2c1409f68706" providerId="AD" clId="Web-{9D64A7C4-542F-4AF8-A3EC-EF46AEB1CB0B}" dt="2024-04-30T18:36:16.037" v="0"/>
          <ac:spMkLst>
            <pc:docMk/>
            <pc:sldMk cId="1449443137" sldId="274"/>
            <ac:spMk id="10" creationId="{10A870AD-5C2E-C8EF-3F82-1050BFF229C4}"/>
          </ac:spMkLst>
        </pc:spChg>
        <pc:spChg chg="add">
          <ac:chgData name="Dharam, Tanmayee Ashok" userId="S::txd220006@utdallas.edu::84d982b6-f11a-4b6e-b221-2c1409f68706" providerId="AD" clId="Web-{9D64A7C4-542F-4AF8-A3EC-EF46AEB1CB0B}" dt="2024-04-30T18:36:16.037" v="0"/>
          <ac:spMkLst>
            <pc:docMk/>
            <pc:sldMk cId="1449443137" sldId="274"/>
            <ac:spMk id="11" creationId="{31D9D98E-DA31-B4D5-7A84-5A983BB62C98}"/>
          </ac:spMkLst>
        </pc:spChg>
        <pc:spChg chg="add">
          <ac:chgData name="Dharam, Tanmayee Ashok" userId="S::txd220006@utdallas.edu::84d982b6-f11a-4b6e-b221-2c1409f68706" providerId="AD" clId="Web-{9D64A7C4-542F-4AF8-A3EC-EF46AEB1CB0B}" dt="2024-04-30T18:36:16.037" v="0"/>
          <ac:spMkLst>
            <pc:docMk/>
            <pc:sldMk cId="1449443137" sldId="274"/>
            <ac:spMk id="12" creationId="{2A31CFE3-078C-4684-AA00-D7AF74328B4C}"/>
          </ac:spMkLst>
        </pc:spChg>
        <pc:spChg chg="add">
          <ac:chgData name="Dharam, Tanmayee Ashok" userId="S::txd220006@utdallas.edu::84d982b6-f11a-4b6e-b221-2c1409f68706" providerId="AD" clId="Web-{9D64A7C4-542F-4AF8-A3EC-EF46AEB1CB0B}" dt="2024-04-30T18:36:16.037" v="0"/>
          <ac:spMkLst>
            <pc:docMk/>
            <pc:sldMk cId="1449443137" sldId="274"/>
            <ac:spMk id="13" creationId="{D2849034-8952-CE25-31A2-394031BCF19D}"/>
          </ac:spMkLst>
        </pc:spChg>
        <pc:spChg chg="add">
          <ac:chgData name="Dharam, Tanmayee Ashok" userId="S::txd220006@utdallas.edu::84d982b6-f11a-4b6e-b221-2c1409f68706" providerId="AD" clId="Web-{9D64A7C4-542F-4AF8-A3EC-EF46AEB1CB0B}" dt="2024-04-30T18:36:16.037" v="0"/>
          <ac:spMkLst>
            <pc:docMk/>
            <pc:sldMk cId="1449443137" sldId="274"/>
            <ac:spMk id="14" creationId="{BA7EB9F9-549B-FBE8-7ED6-5944C803F921}"/>
          </ac:spMkLst>
        </pc:spChg>
        <pc:spChg chg="add">
          <ac:chgData name="Dharam, Tanmayee Ashok" userId="S::txd220006@utdallas.edu::84d982b6-f11a-4b6e-b221-2c1409f68706" providerId="AD" clId="Web-{9D64A7C4-542F-4AF8-A3EC-EF46AEB1CB0B}" dt="2024-04-30T18:36:16.037" v="0"/>
          <ac:spMkLst>
            <pc:docMk/>
            <pc:sldMk cId="1449443137" sldId="274"/>
            <ac:spMk id="15" creationId="{9B958A8E-3F13-C464-533C-525AF9762C1C}"/>
          </ac:spMkLst>
        </pc:spChg>
        <pc:spChg chg="add">
          <ac:chgData name="Dharam, Tanmayee Ashok" userId="S::txd220006@utdallas.edu::84d982b6-f11a-4b6e-b221-2c1409f68706" providerId="AD" clId="Web-{9D64A7C4-542F-4AF8-A3EC-EF46AEB1CB0B}" dt="2024-04-30T18:36:16.037" v="0"/>
          <ac:spMkLst>
            <pc:docMk/>
            <pc:sldMk cId="1449443137" sldId="274"/>
            <ac:spMk id="16" creationId="{5265621D-D369-6705-200C-7030FECFB628}"/>
          </ac:spMkLst>
        </pc:spChg>
        <pc:spChg chg="add">
          <ac:chgData name="Dharam, Tanmayee Ashok" userId="S::txd220006@utdallas.edu::84d982b6-f11a-4b6e-b221-2c1409f68706" providerId="AD" clId="Web-{9D64A7C4-542F-4AF8-A3EC-EF46AEB1CB0B}" dt="2024-04-30T18:36:16.037" v="0"/>
          <ac:spMkLst>
            <pc:docMk/>
            <pc:sldMk cId="1449443137" sldId="274"/>
            <ac:spMk id="17" creationId="{1E7AF775-2491-1533-BE45-B06014192AB1}"/>
          </ac:spMkLst>
        </pc:spChg>
        <pc:spChg chg="add">
          <ac:chgData name="Dharam, Tanmayee Ashok" userId="S::txd220006@utdallas.edu::84d982b6-f11a-4b6e-b221-2c1409f68706" providerId="AD" clId="Web-{9D64A7C4-542F-4AF8-A3EC-EF46AEB1CB0B}" dt="2024-04-30T18:36:16.037" v="0"/>
          <ac:spMkLst>
            <pc:docMk/>
            <pc:sldMk cId="1449443137" sldId="274"/>
            <ac:spMk id="18" creationId="{89C2F295-4E5D-8A82-3FED-D1A5EA958BA9}"/>
          </ac:spMkLst>
        </pc:spChg>
        <pc:spChg chg="add">
          <ac:chgData name="Dharam, Tanmayee Ashok" userId="S::txd220006@utdallas.edu::84d982b6-f11a-4b6e-b221-2c1409f68706" providerId="AD" clId="Web-{9D64A7C4-542F-4AF8-A3EC-EF46AEB1CB0B}" dt="2024-04-30T18:36:16.037" v="0"/>
          <ac:spMkLst>
            <pc:docMk/>
            <pc:sldMk cId="1449443137" sldId="274"/>
            <ac:spMk id="19" creationId="{DD0A14D7-509C-82A8-863A-803375C01428}"/>
          </ac:spMkLst>
        </pc:spChg>
        <pc:spChg chg="add">
          <ac:chgData name="Dharam, Tanmayee Ashok" userId="S::txd220006@utdallas.edu::84d982b6-f11a-4b6e-b221-2c1409f68706" providerId="AD" clId="Web-{9D64A7C4-542F-4AF8-A3EC-EF46AEB1CB0B}" dt="2024-04-30T18:36:16.037" v="0"/>
          <ac:spMkLst>
            <pc:docMk/>
            <pc:sldMk cId="1449443137" sldId="274"/>
            <ac:spMk id="20" creationId="{8E9C003F-12C7-F515-4DE5-A4D0512BAE3D}"/>
          </ac:spMkLst>
        </pc:spChg>
        <pc:spChg chg="add">
          <ac:chgData name="Dharam, Tanmayee Ashok" userId="S::txd220006@utdallas.edu::84d982b6-f11a-4b6e-b221-2c1409f68706" providerId="AD" clId="Web-{9D64A7C4-542F-4AF8-A3EC-EF46AEB1CB0B}" dt="2024-04-30T18:37:52.899" v="12"/>
          <ac:spMkLst>
            <pc:docMk/>
            <pc:sldMk cId="1449443137" sldId="274"/>
            <ac:spMk id="21" creationId="{B7CE13E4-C9CF-B764-A450-0F8D68A8FD27}"/>
          </ac:spMkLst>
        </pc:spChg>
        <pc:grpChg chg="add mod">
          <ac:chgData name="Dharam, Tanmayee Ashok" userId="S::txd220006@utdallas.edu::84d982b6-f11a-4b6e-b221-2c1409f68706" providerId="AD" clId="Web-{9D64A7C4-542F-4AF8-A3EC-EF46AEB1CB0B}" dt="2024-04-30T18:37:31.148" v="9" actId="1076"/>
          <ac:grpSpMkLst>
            <pc:docMk/>
            <pc:sldMk cId="1449443137" sldId="274"/>
            <ac:grpSpMk id="4" creationId="{2760B558-ABDE-469C-4973-92F4BFC48F0E}"/>
          </ac:grpSpMkLst>
        </pc:grpChg>
        <pc:grpChg chg="add">
          <ac:chgData name="Dharam, Tanmayee Ashok" userId="S::txd220006@utdallas.edu::84d982b6-f11a-4b6e-b221-2c1409f68706" providerId="AD" clId="Web-{9D64A7C4-542F-4AF8-A3EC-EF46AEB1CB0B}" dt="2024-04-30T18:36:16.037" v="0"/>
          <ac:grpSpMkLst>
            <pc:docMk/>
            <pc:sldMk cId="1449443137" sldId="274"/>
            <ac:grpSpMk id="5" creationId="{3755C29C-B9E3-8270-131F-DF037068BD0F}"/>
          </ac:grpSpMkLst>
        </pc:grpChg>
        <pc:grpChg chg="add">
          <ac:chgData name="Dharam, Tanmayee Ashok" userId="S::txd220006@utdallas.edu::84d982b6-f11a-4b6e-b221-2c1409f68706" providerId="AD" clId="Web-{9D64A7C4-542F-4AF8-A3EC-EF46AEB1CB0B}" dt="2024-04-30T18:36:16.037" v="0"/>
          <ac:grpSpMkLst>
            <pc:docMk/>
            <pc:sldMk cId="1449443137" sldId="274"/>
            <ac:grpSpMk id="6" creationId="{6FBADA93-8480-4232-F01B-9BCC69798A1D}"/>
          </ac:grpSpMkLst>
        </pc:grpChg>
        <pc:grpChg chg="add">
          <ac:chgData name="Dharam, Tanmayee Ashok" userId="S::txd220006@utdallas.edu::84d982b6-f11a-4b6e-b221-2c1409f68706" providerId="AD" clId="Web-{9D64A7C4-542F-4AF8-A3EC-EF46AEB1CB0B}" dt="2024-04-30T18:36:16.037" v="0"/>
          <ac:grpSpMkLst>
            <pc:docMk/>
            <pc:sldMk cId="1449443137" sldId="274"/>
            <ac:grpSpMk id="7" creationId="{345D037D-CDC1-72DB-44A5-0DA9F5E8628A}"/>
          </ac:grpSpMkLst>
        </pc:grpChg>
        <pc:grpChg chg="add">
          <ac:chgData name="Dharam, Tanmayee Ashok" userId="S::txd220006@utdallas.edu::84d982b6-f11a-4b6e-b221-2c1409f68706" providerId="AD" clId="Web-{9D64A7C4-542F-4AF8-A3EC-EF46AEB1CB0B}" dt="2024-04-30T18:36:16.037" v="0"/>
          <ac:grpSpMkLst>
            <pc:docMk/>
            <pc:sldMk cId="1449443137" sldId="274"/>
            <ac:grpSpMk id="8" creationId="{487314BA-65C2-6C77-F9D6-BBDFC2AF17D6}"/>
          </ac:grpSpMkLst>
        </pc:grpChg>
      </pc:sldChg>
      <pc:sldChg chg="new del">
        <pc:chgData name="Dharam, Tanmayee Ashok" userId="S::txd220006@utdallas.edu::84d982b6-f11a-4b6e-b221-2c1409f68706" providerId="AD" clId="Web-{9D64A7C4-542F-4AF8-A3EC-EF46AEB1CB0B}" dt="2024-04-30T18:37:44.618" v="11"/>
        <pc:sldMkLst>
          <pc:docMk/>
          <pc:sldMk cId="2934116547" sldId="276"/>
        </pc:sldMkLst>
      </pc:sldChg>
    </pc:docChg>
  </pc:docChgLst>
  <pc:docChgLst>
    <pc:chgData name="Dharam, Tanmayee Ashok" userId="S::txd220006@utdallas.edu::84d982b6-f11a-4b6e-b221-2c1409f68706" providerId="AD" clId="Web-{0B912B10-D415-4228-8D3A-086E828A3D85}"/>
    <pc:docChg chg="modSld">
      <pc:chgData name="Dharam, Tanmayee Ashok" userId="S::txd220006@utdallas.edu::84d982b6-f11a-4b6e-b221-2c1409f68706" providerId="AD" clId="Web-{0B912B10-D415-4228-8D3A-086E828A3D85}" dt="2024-04-30T19:36:57.373" v="3" actId="14100"/>
      <pc:docMkLst>
        <pc:docMk/>
      </pc:docMkLst>
      <pc:sldChg chg="modSp">
        <pc:chgData name="Dharam, Tanmayee Ashok" userId="S::txd220006@utdallas.edu::84d982b6-f11a-4b6e-b221-2c1409f68706" providerId="AD" clId="Web-{0B912B10-D415-4228-8D3A-086E828A3D85}" dt="2024-04-30T19:36:57.373" v="3" actId="14100"/>
        <pc:sldMkLst>
          <pc:docMk/>
          <pc:sldMk cId="115547816" sldId="272"/>
        </pc:sldMkLst>
        <pc:spChg chg="mod">
          <ac:chgData name="Dharam, Tanmayee Ashok" userId="S::txd220006@utdallas.edu::84d982b6-f11a-4b6e-b221-2c1409f68706" providerId="AD" clId="Web-{0B912B10-D415-4228-8D3A-086E828A3D85}" dt="2024-04-30T19:36:57.373" v="3" actId="14100"/>
          <ac:spMkLst>
            <pc:docMk/>
            <pc:sldMk cId="115547816" sldId="272"/>
            <ac:spMk id="8" creationId="{7658C4A5-4DAB-520A-48D9-9FF961220A78}"/>
          </ac:spMkLst>
        </pc:spChg>
      </pc:sldChg>
    </pc:docChg>
  </pc:docChgLst>
  <pc:docChgLst>
    <pc:chgData name="Dharam, Tanmayee Ashok" userId="84d982b6-f11a-4b6e-b221-2c1409f68706" providerId="ADAL" clId="{34D390C0-BD88-43D6-97E7-201E2F55511D}"/>
    <pc:docChg chg="undo custSel delSld modSld">
      <pc:chgData name="Dharam, Tanmayee Ashok" userId="84d982b6-f11a-4b6e-b221-2c1409f68706" providerId="ADAL" clId="{34D390C0-BD88-43D6-97E7-201E2F55511D}" dt="2024-04-30T18:54:32.571" v="73" actId="1076"/>
      <pc:docMkLst>
        <pc:docMk/>
      </pc:docMkLst>
      <pc:sldChg chg="addSp delSp modSp mod setBg delAnim modAnim">
        <pc:chgData name="Dharam, Tanmayee Ashok" userId="84d982b6-f11a-4b6e-b221-2c1409f68706" providerId="ADAL" clId="{34D390C0-BD88-43D6-97E7-201E2F55511D}" dt="2024-04-30T18:54:32.571" v="73" actId="1076"/>
        <pc:sldMkLst>
          <pc:docMk/>
          <pc:sldMk cId="2678442631" sldId="260"/>
        </pc:sldMkLst>
        <pc:spChg chg="mod ord">
          <ac:chgData name="Dharam, Tanmayee Ashok" userId="84d982b6-f11a-4b6e-b221-2c1409f68706" providerId="ADAL" clId="{34D390C0-BD88-43D6-97E7-201E2F55511D}" dt="2024-04-30T17:37:28.301" v="70" actId="26606"/>
          <ac:spMkLst>
            <pc:docMk/>
            <pc:sldMk cId="2678442631" sldId="260"/>
            <ac:spMk id="2" creationId="{7CE57E25-B96D-3C99-CBCA-FE6C0357A415}"/>
          </ac:spMkLst>
        </pc:spChg>
        <pc:spChg chg="del mod">
          <ac:chgData name="Dharam, Tanmayee Ashok" userId="84d982b6-f11a-4b6e-b221-2c1409f68706" providerId="ADAL" clId="{34D390C0-BD88-43D6-97E7-201E2F55511D}" dt="2024-04-30T17:30:11.897" v="33" actId="478"/>
          <ac:spMkLst>
            <pc:docMk/>
            <pc:sldMk cId="2678442631" sldId="260"/>
            <ac:spMk id="3" creationId="{28401732-1985-C9E5-2B66-E8C0E4FB4D89}"/>
          </ac:spMkLst>
        </pc:spChg>
        <pc:spChg chg="add del mod">
          <ac:chgData name="Dharam, Tanmayee Ashok" userId="84d982b6-f11a-4b6e-b221-2c1409f68706" providerId="ADAL" clId="{34D390C0-BD88-43D6-97E7-201E2F55511D}" dt="2024-04-30T17:25:22.379" v="7" actId="478"/>
          <ac:spMkLst>
            <pc:docMk/>
            <pc:sldMk cId="2678442631" sldId="260"/>
            <ac:spMk id="8" creationId="{67307BFE-FC87-EBBC-72A0-9EED670A0489}"/>
          </ac:spMkLst>
        </pc:spChg>
        <pc:spChg chg="add del mod">
          <ac:chgData name="Dharam, Tanmayee Ashok" userId="84d982b6-f11a-4b6e-b221-2c1409f68706" providerId="ADAL" clId="{34D390C0-BD88-43D6-97E7-201E2F55511D}" dt="2024-04-30T17:30:18.348" v="34" actId="478"/>
          <ac:spMkLst>
            <pc:docMk/>
            <pc:sldMk cId="2678442631" sldId="260"/>
            <ac:spMk id="10" creationId="{C071EBAE-BE90-ECCC-FFE4-DF2869F49006}"/>
          </ac:spMkLst>
        </pc:spChg>
        <pc:spChg chg="add del">
          <ac:chgData name="Dharam, Tanmayee Ashok" userId="84d982b6-f11a-4b6e-b221-2c1409f68706" providerId="ADAL" clId="{34D390C0-BD88-43D6-97E7-201E2F55511D}" dt="2024-04-30T17:37:28.301" v="70" actId="26606"/>
          <ac:spMkLst>
            <pc:docMk/>
            <pc:sldMk cId="2678442631" sldId="260"/>
            <ac:spMk id="1035" creationId="{FC3D2873-2194-4FB0-BFBA-7E7EEB984862}"/>
          </ac:spMkLst>
        </pc:spChg>
        <pc:spChg chg="add del">
          <ac:chgData name="Dharam, Tanmayee Ashok" userId="84d982b6-f11a-4b6e-b221-2c1409f68706" providerId="ADAL" clId="{34D390C0-BD88-43D6-97E7-201E2F55511D}" dt="2024-04-30T17:37:28.301" v="70" actId="26606"/>
          <ac:spMkLst>
            <pc:docMk/>
            <pc:sldMk cId="2678442631" sldId="260"/>
            <ac:spMk id="1037" creationId="{B228652A-FD81-4A3C-B164-2012BF4EEA56}"/>
          </ac:spMkLst>
        </pc:spChg>
        <pc:spChg chg="add del">
          <ac:chgData name="Dharam, Tanmayee Ashok" userId="84d982b6-f11a-4b6e-b221-2c1409f68706" providerId="ADAL" clId="{34D390C0-BD88-43D6-97E7-201E2F55511D}" dt="2024-04-30T17:37:28.301" v="70" actId="26606"/>
          <ac:spMkLst>
            <pc:docMk/>
            <pc:sldMk cId="2678442631" sldId="260"/>
            <ac:spMk id="1039" creationId="{FE8F25D8-4980-4C67-9E0C-7BE94C9CBFE6}"/>
          </ac:spMkLst>
        </pc:spChg>
        <pc:spChg chg="add del">
          <ac:chgData name="Dharam, Tanmayee Ashok" userId="84d982b6-f11a-4b6e-b221-2c1409f68706" providerId="ADAL" clId="{34D390C0-BD88-43D6-97E7-201E2F55511D}" dt="2024-04-30T17:37:28.301" v="70" actId="26606"/>
          <ac:spMkLst>
            <pc:docMk/>
            <pc:sldMk cId="2678442631" sldId="260"/>
            <ac:spMk id="1041" creationId="{1A214C69-1234-4E5D-91CD-BEA00204258E}"/>
          </ac:spMkLst>
        </pc:spChg>
        <pc:spChg chg="add del">
          <ac:chgData name="Dharam, Tanmayee Ashok" userId="84d982b6-f11a-4b6e-b221-2c1409f68706" providerId="ADAL" clId="{34D390C0-BD88-43D6-97E7-201E2F55511D}" dt="2024-04-30T17:37:28.301" v="70" actId="26606"/>
          <ac:spMkLst>
            <pc:docMk/>
            <pc:sldMk cId="2678442631" sldId="260"/>
            <ac:spMk id="1043" creationId="{F86E49C8-40C0-4E80-BAC0-9A66298F1D1C}"/>
          </ac:spMkLst>
        </pc:spChg>
        <pc:graphicFrameChg chg="add del mod">
          <ac:chgData name="Dharam, Tanmayee Ashok" userId="84d982b6-f11a-4b6e-b221-2c1409f68706" providerId="ADAL" clId="{34D390C0-BD88-43D6-97E7-201E2F55511D}" dt="2024-04-30T17:25:47.257" v="10" actId="21"/>
          <ac:graphicFrameMkLst>
            <pc:docMk/>
            <pc:sldMk cId="2678442631" sldId="260"/>
            <ac:graphicFrameMk id="4" creationId="{5982CE2B-CB4C-E37B-7DAB-FA2A3ECB8EF3}"/>
          </ac:graphicFrameMkLst>
        </pc:graphicFrameChg>
        <pc:picChg chg="del mod">
          <ac:chgData name="Dharam, Tanmayee Ashok" userId="84d982b6-f11a-4b6e-b221-2c1409f68706" providerId="ADAL" clId="{34D390C0-BD88-43D6-97E7-201E2F55511D}" dt="2024-04-30T17:32:46.236" v="55" actId="21"/>
          <ac:picMkLst>
            <pc:docMk/>
            <pc:sldMk cId="2678442631" sldId="260"/>
            <ac:picMk id="5" creationId="{FB457C35-8B8F-C46C-C95D-BC77E0AF75EE}"/>
          </ac:picMkLst>
        </pc:picChg>
        <pc:picChg chg="del mod">
          <ac:chgData name="Dharam, Tanmayee Ashok" userId="84d982b6-f11a-4b6e-b221-2c1409f68706" providerId="ADAL" clId="{34D390C0-BD88-43D6-97E7-201E2F55511D}" dt="2024-04-30T17:32:32.744" v="54" actId="21"/>
          <ac:picMkLst>
            <pc:docMk/>
            <pc:sldMk cId="2678442631" sldId="260"/>
            <ac:picMk id="6" creationId="{411D94CB-359C-8DA2-741E-9667DB969165}"/>
          </ac:picMkLst>
        </pc:picChg>
        <pc:picChg chg="add mod ord">
          <ac:chgData name="Dharam, Tanmayee Ashok" userId="84d982b6-f11a-4b6e-b221-2c1409f68706" providerId="ADAL" clId="{34D390C0-BD88-43D6-97E7-201E2F55511D}" dt="2024-04-30T18:54:32.571" v="73" actId="1076"/>
          <ac:picMkLst>
            <pc:docMk/>
            <pc:sldMk cId="2678442631" sldId="260"/>
            <ac:picMk id="1026" creationId="{749AC6AB-8404-E771-36DB-452D6D92BBDC}"/>
          </ac:picMkLst>
        </pc:picChg>
        <pc:picChg chg="add mod ord">
          <ac:chgData name="Dharam, Tanmayee Ashok" userId="84d982b6-f11a-4b6e-b221-2c1409f68706" providerId="ADAL" clId="{34D390C0-BD88-43D6-97E7-201E2F55511D}" dt="2024-04-30T17:37:28.301" v="70" actId="26606"/>
          <ac:picMkLst>
            <pc:docMk/>
            <pc:sldMk cId="2678442631" sldId="260"/>
            <ac:picMk id="1028" creationId="{A6544ABE-A26D-E78E-8696-835E1BACF3E9}"/>
          </ac:picMkLst>
        </pc:picChg>
        <pc:picChg chg="add mod">
          <ac:chgData name="Dharam, Tanmayee Ashok" userId="84d982b6-f11a-4b6e-b221-2c1409f68706" providerId="ADAL" clId="{34D390C0-BD88-43D6-97E7-201E2F55511D}" dt="2024-04-30T17:37:28.301" v="70" actId="26606"/>
          <ac:picMkLst>
            <pc:docMk/>
            <pc:sldMk cId="2678442631" sldId="260"/>
            <ac:picMk id="1030" creationId="{8A8C688D-5482-6D07-2C2D-E2B559CF37C2}"/>
          </ac:picMkLst>
        </pc:picChg>
      </pc:sldChg>
      <pc:sldChg chg="del">
        <pc:chgData name="Dharam, Tanmayee Ashok" userId="84d982b6-f11a-4b6e-b221-2c1409f68706" providerId="ADAL" clId="{34D390C0-BD88-43D6-97E7-201E2F55511D}" dt="2024-04-30T17:27:36.958" v="23" actId="2696"/>
        <pc:sldMkLst>
          <pc:docMk/>
          <pc:sldMk cId="312295711" sldId="261"/>
        </pc:sldMkLst>
      </pc:sldChg>
      <pc:sldChg chg="addSp modSp mod">
        <pc:chgData name="Dharam, Tanmayee Ashok" userId="84d982b6-f11a-4b6e-b221-2c1409f68706" providerId="ADAL" clId="{34D390C0-BD88-43D6-97E7-201E2F55511D}" dt="2024-04-30T17:26:52.259" v="22" actId="14100"/>
        <pc:sldMkLst>
          <pc:docMk/>
          <pc:sldMk cId="2139832877" sldId="262"/>
        </pc:sldMkLst>
        <pc:spChg chg="mod">
          <ac:chgData name="Dharam, Tanmayee Ashok" userId="84d982b6-f11a-4b6e-b221-2c1409f68706" providerId="ADAL" clId="{34D390C0-BD88-43D6-97E7-201E2F55511D}" dt="2024-04-30T17:25:53.260" v="11" actId="20577"/>
          <ac:spMkLst>
            <pc:docMk/>
            <pc:sldMk cId="2139832877" sldId="262"/>
            <ac:spMk id="3" creationId="{FD29C5F9-F10F-6C2A-7F66-687E9B702E8C}"/>
          </ac:spMkLst>
        </pc:spChg>
        <pc:graphicFrameChg chg="add mod">
          <ac:chgData name="Dharam, Tanmayee Ashok" userId="84d982b6-f11a-4b6e-b221-2c1409f68706" providerId="ADAL" clId="{34D390C0-BD88-43D6-97E7-201E2F55511D}" dt="2024-04-30T17:26:52.259" v="22" actId="14100"/>
          <ac:graphicFrameMkLst>
            <pc:docMk/>
            <pc:sldMk cId="2139832877" sldId="262"/>
            <ac:graphicFrameMk id="5" creationId="{5982CE2B-CB4C-E37B-7DAB-FA2A3ECB8EF3}"/>
          </ac:graphicFrameMkLst>
        </pc:graphicFrameChg>
        <pc:picChg chg="mod">
          <ac:chgData name="Dharam, Tanmayee Ashok" userId="84d982b6-f11a-4b6e-b221-2c1409f68706" providerId="ADAL" clId="{34D390C0-BD88-43D6-97E7-201E2F55511D}" dt="2024-04-30T17:26:40.265" v="20" actId="1076"/>
          <ac:picMkLst>
            <pc:docMk/>
            <pc:sldMk cId="2139832877" sldId="262"/>
            <ac:picMk id="4" creationId="{115B4D26-3638-44D2-8C3F-22264FE0F0EF}"/>
          </ac:picMkLst>
        </pc:picChg>
      </pc:sldChg>
      <pc:sldChg chg="addSp delSp mod">
        <pc:chgData name="Dharam, Tanmayee Ashok" userId="84d982b6-f11a-4b6e-b221-2c1409f68706" providerId="ADAL" clId="{34D390C0-BD88-43D6-97E7-201E2F55511D}" dt="2024-04-30T18:53:41.007" v="72" actId="478"/>
        <pc:sldMkLst>
          <pc:docMk/>
          <pc:sldMk cId="701650458" sldId="276"/>
        </pc:sldMkLst>
        <pc:graphicFrameChg chg="add del">
          <ac:chgData name="Dharam, Tanmayee Ashok" userId="84d982b6-f11a-4b6e-b221-2c1409f68706" providerId="ADAL" clId="{34D390C0-BD88-43D6-97E7-201E2F55511D}" dt="2024-04-30T18:53:41.007" v="72" actId="478"/>
          <ac:graphicFrameMkLst>
            <pc:docMk/>
            <pc:sldMk cId="701650458" sldId="276"/>
            <ac:graphicFrameMk id="3" creationId="{C137128B-344B-BBD9-8EE5-A8C58C1AD901}"/>
          </ac:graphicFrameMkLst>
        </pc:graphicFrameChg>
      </pc:sldChg>
    </pc:docChg>
  </pc:docChgLst>
  <pc:docChgLst>
    <pc:chgData name="Dharam, Tanmayee Ashok" userId="S::txd220006@utdallas.edu::84d982b6-f11a-4b6e-b221-2c1409f68706" providerId="AD" clId="Web-{16261F19-A34C-434F-A9B9-A2A005F0100E}"/>
    <pc:docChg chg="addSld delSld modSld">
      <pc:chgData name="Dharam, Tanmayee Ashok" userId="S::txd220006@utdallas.edu::84d982b6-f11a-4b6e-b221-2c1409f68706" providerId="AD" clId="Web-{16261F19-A34C-434F-A9B9-A2A005F0100E}" dt="2024-04-30T18:28:14.476" v="4"/>
      <pc:docMkLst>
        <pc:docMk/>
      </pc:docMkLst>
      <pc:sldChg chg="del">
        <pc:chgData name="Dharam, Tanmayee Ashok" userId="S::txd220006@utdallas.edu::84d982b6-f11a-4b6e-b221-2c1409f68706" providerId="AD" clId="Web-{16261F19-A34C-434F-A9B9-A2A005F0100E}" dt="2024-04-30T18:28:14.476" v="4"/>
        <pc:sldMkLst>
          <pc:docMk/>
          <pc:sldMk cId="1567880173" sldId="263"/>
        </pc:sldMkLst>
      </pc:sldChg>
      <pc:sldChg chg="new del">
        <pc:chgData name="Dharam, Tanmayee Ashok" userId="S::txd220006@utdallas.edu::84d982b6-f11a-4b6e-b221-2c1409f68706" providerId="AD" clId="Web-{16261F19-A34C-434F-A9B9-A2A005F0100E}" dt="2024-04-30T18:26:35.738" v="1"/>
        <pc:sldMkLst>
          <pc:docMk/>
          <pc:sldMk cId="875506882" sldId="274"/>
        </pc:sldMkLst>
      </pc:sldChg>
      <pc:sldChg chg="modSp add replId">
        <pc:chgData name="Dharam, Tanmayee Ashok" userId="S::txd220006@utdallas.edu::84d982b6-f11a-4b6e-b221-2c1409f68706" providerId="AD" clId="Web-{16261F19-A34C-434F-A9B9-A2A005F0100E}" dt="2024-04-30T18:26:43.628" v="3" actId="20577"/>
        <pc:sldMkLst>
          <pc:docMk/>
          <pc:sldMk cId="1449443137" sldId="274"/>
        </pc:sldMkLst>
        <pc:spChg chg="mod">
          <ac:chgData name="Dharam, Tanmayee Ashok" userId="S::txd220006@utdallas.edu::84d982b6-f11a-4b6e-b221-2c1409f68706" providerId="AD" clId="Web-{16261F19-A34C-434F-A9B9-A2A005F0100E}" dt="2024-04-30T18:26:43.628" v="3" actId="20577"/>
          <ac:spMkLst>
            <pc:docMk/>
            <pc:sldMk cId="1449443137" sldId="274"/>
            <ac:spMk id="2" creationId="{D5724E86-CD9B-D8D1-0FB7-6954F10429EC}"/>
          </ac:spMkLst>
        </pc:spChg>
      </pc:sldChg>
    </pc:docChg>
  </pc:docChgLst>
  <pc:docChgLst>
    <pc:chgData clId="Web-{E5B1B30A-5F6A-41C2-AE6B-8C4AA1546A8F}"/>
    <pc:docChg chg="addSld">
      <pc:chgData name="" userId="" providerId="" clId="Web-{E5B1B30A-5F6A-41C2-AE6B-8C4AA1546A8F}" dt="2024-04-30T03:08:29.120" v="0"/>
      <pc:docMkLst>
        <pc:docMk/>
      </pc:docMkLst>
      <pc:sldChg chg="new">
        <pc:chgData name="" userId="" providerId="" clId="Web-{E5B1B30A-5F6A-41C2-AE6B-8C4AA1546A8F}" dt="2024-04-30T03:08:29.120" v="0"/>
        <pc:sldMkLst>
          <pc:docMk/>
          <pc:sldMk cId="1073684111" sldId="258"/>
        </pc:sldMkLst>
      </pc:sldChg>
    </pc:docChg>
  </pc:docChgLst>
  <pc:docChgLst>
    <pc:chgData name="Dharam, Tanmayee Ashok" userId="S::txd220006@utdallas.edu::84d982b6-f11a-4b6e-b221-2c1409f68706" providerId="AD" clId="Web-{AA7C5767-F7FF-482D-A4CC-FC51769365C0}"/>
    <pc:docChg chg="modSld">
      <pc:chgData name="Dharam, Tanmayee Ashok" userId="S::txd220006@utdallas.edu::84d982b6-f11a-4b6e-b221-2c1409f68706" providerId="AD" clId="Web-{AA7C5767-F7FF-482D-A4CC-FC51769365C0}" dt="2024-04-30T23:26:19.026" v="16" actId="1076"/>
      <pc:docMkLst>
        <pc:docMk/>
      </pc:docMkLst>
      <pc:sldChg chg="modSp">
        <pc:chgData name="Dharam, Tanmayee Ashok" userId="S::txd220006@utdallas.edu::84d982b6-f11a-4b6e-b221-2c1409f68706" providerId="AD" clId="Web-{AA7C5767-F7FF-482D-A4CC-FC51769365C0}" dt="2024-04-30T23:26:19.026" v="16" actId="1076"/>
        <pc:sldMkLst>
          <pc:docMk/>
          <pc:sldMk cId="1449443137" sldId="274"/>
        </pc:sldMkLst>
        <pc:spChg chg="mod">
          <ac:chgData name="Dharam, Tanmayee Ashok" userId="S::txd220006@utdallas.edu::84d982b6-f11a-4b6e-b221-2c1409f68706" providerId="AD" clId="Web-{AA7C5767-F7FF-482D-A4CC-FC51769365C0}" dt="2024-04-30T23:26:09.932" v="15" actId="20577"/>
          <ac:spMkLst>
            <pc:docMk/>
            <pc:sldMk cId="1449443137" sldId="274"/>
            <ac:spMk id="3" creationId="{E38C1237-8F40-3C86-CD3F-EA35B3787C9D}"/>
          </ac:spMkLst>
        </pc:spChg>
        <pc:spChg chg="mod">
          <ac:chgData name="Dharam, Tanmayee Ashok" userId="S::txd220006@utdallas.edu::84d982b6-f11a-4b6e-b221-2c1409f68706" providerId="AD" clId="Web-{AA7C5767-F7FF-482D-A4CC-FC51769365C0}" dt="2024-04-30T23:26:19.026" v="16" actId="1076"/>
          <ac:spMkLst>
            <pc:docMk/>
            <pc:sldMk cId="1449443137" sldId="274"/>
            <ac:spMk id="21" creationId="{B7CE13E4-C9CF-B764-A450-0F8D68A8FD27}"/>
          </ac:spMkLst>
        </pc:spChg>
      </pc:sldChg>
    </pc:docChg>
  </pc:docChgLst>
  <pc:docChgLst>
    <pc:chgData name="Dharam, Tanmayee Ashok" userId="S::txd220006@utdallas.edu::84d982b6-f11a-4b6e-b221-2c1409f68706" providerId="AD" clId="Web-{391D0299-E310-40A2-BA47-EAA669E6DF79}"/>
    <pc:docChg chg="modSld">
      <pc:chgData name="Dharam, Tanmayee Ashok" userId="S::txd220006@utdallas.edu::84d982b6-f11a-4b6e-b221-2c1409f68706" providerId="AD" clId="Web-{391D0299-E310-40A2-BA47-EAA669E6DF79}" dt="2024-04-30T05:59:15.216" v="3"/>
      <pc:docMkLst>
        <pc:docMk/>
      </pc:docMkLst>
      <pc:sldChg chg="addAnim delAnim">
        <pc:chgData name="Dharam, Tanmayee Ashok" userId="S::txd220006@utdallas.edu::84d982b6-f11a-4b6e-b221-2c1409f68706" providerId="AD" clId="Web-{391D0299-E310-40A2-BA47-EAA669E6DF79}" dt="2024-04-30T05:59:15.216" v="3"/>
        <pc:sldMkLst>
          <pc:docMk/>
          <pc:sldMk cId="2623330374" sldId="257"/>
        </pc:sldMkLst>
      </pc:sldChg>
      <pc:sldChg chg="addAnim">
        <pc:chgData name="Dharam, Tanmayee Ashok" userId="S::txd220006@utdallas.edu::84d982b6-f11a-4b6e-b221-2c1409f68706" providerId="AD" clId="Web-{391D0299-E310-40A2-BA47-EAA669E6DF79}" dt="2024-04-30T05:58:08.230" v="1"/>
        <pc:sldMkLst>
          <pc:docMk/>
          <pc:sldMk cId="1073684111" sldId="258"/>
        </pc:sldMkLst>
      </pc:sldChg>
    </pc:docChg>
  </pc:docChgLst>
  <pc:docChgLst>
    <pc:chgData name="Dharam, Tanmayee Ashok" userId="S::txd220006@utdallas.edu::84d982b6-f11a-4b6e-b221-2c1409f68706" providerId="AD" clId="Web-{04C8F115-4835-48D8-A7E2-6B561595D748}"/>
    <pc:docChg chg="addSld delSld modSld modMainMaster">
      <pc:chgData name="Dharam, Tanmayee Ashok" userId="S::txd220006@utdallas.edu::84d982b6-f11a-4b6e-b221-2c1409f68706" providerId="AD" clId="Web-{04C8F115-4835-48D8-A7E2-6B561595D748}" dt="2024-04-30T02:41:49.334" v="6"/>
      <pc:docMkLst>
        <pc:docMk/>
      </pc:docMkLst>
      <pc:sldChg chg="delSp del mod setBg">
        <pc:chgData name="Dharam, Tanmayee Ashok" userId="S::txd220006@utdallas.edu::84d982b6-f11a-4b6e-b221-2c1409f68706" providerId="AD" clId="Web-{04C8F115-4835-48D8-A7E2-6B561595D748}" dt="2024-04-30T02:41:48.115" v="5"/>
        <pc:sldMkLst>
          <pc:docMk/>
          <pc:sldMk cId="1656581833" sldId="256"/>
        </pc:sldMkLst>
        <pc:spChg chg="del">
          <ac:chgData name="Dharam, Tanmayee Ashok" userId="S::txd220006@utdallas.edu::84d982b6-f11a-4b6e-b221-2c1409f68706" providerId="AD" clId="Web-{04C8F115-4835-48D8-A7E2-6B561595D748}" dt="2024-04-30T02:40:19.191" v="1"/>
          <ac:spMkLst>
            <pc:docMk/>
            <pc:sldMk cId="1656581833" sldId="256"/>
            <ac:spMk id="2" creationId="{2441A1E8-73B1-DAAC-8019-2D048F949C91}"/>
          </ac:spMkLst>
        </pc:spChg>
        <pc:spChg chg="del">
          <ac:chgData name="Dharam, Tanmayee Ashok" userId="S::txd220006@utdallas.edu::84d982b6-f11a-4b6e-b221-2c1409f68706" providerId="AD" clId="Web-{04C8F115-4835-48D8-A7E2-6B561595D748}" dt="2024-04-30T02:40:14.159" v="0"/>
          <ac:spMkLst>
            <pc:docMk/>
            <pc:sldMk cId="1656581833" sldId="256"/>
            <ac:spMk id="3" creationId="{4F835694-0A61-5506-F208-685C9D0514C7}"/>
          </ac:spMkLst>
        </pc:spChg>
      </pc:sldChg>
      <pc:sldChg chg="new">
        <pc:chgData name="Dharam, Tanmayee Ashok" userId="S::txd220006@utdallas.edu::84d982b6-f11a-4b6e-b221-2c1409f68706" providerId="AD" clId="Web-{04C8F115-4835-48D8-A7E2-6B561595D748}" dt="2024-04-30T02:41:49.334" v="6"/>
        <pc:sldMkLst>
          <pc:docMk/>
          <pc:sldMk cId="3669884777" sldId="256"/>
        </pc:sldMkLst>
      </pc:sldChg>
      <pc:sldMasterChg chg="mod setBg modSldLayout">
        <pc:chgData name="Dharam, Tanmayee Ashok" userId="S::txd220006@utdallas.edu::84d982b6-f11a-4b6e-b221-2c1409f68706" providerId="AD" clId="Web-{04C8F115-4835-48D8-A7E2-6B561595D748}" dt="2024-04-30T02:41:39.537" v="4"/>
        <pc:sldMasterMkLst>
          <pc:docMk/>
          <pc:sldMasterMk cId="2460954070" sldId="2147483660"/>
        </pc:sldMasterMkLst>
        <pc:sldLayoutChg chg="mod">
          <pc:chgData name="Dharam, Tanmayee Ashok" userId="S::txd220006@utdallas.edu::84d982b6-f11a-4b6e-b221-2c1409f68706" providerId="AD" clId="Web-{04C8F115-4835-48D8-A7E2-6B561595D748}" dt="2024-04-30T02:41:39.537" v="4"/>
          <pc:sldLayoutMkLst>
            <pc:docMk/>
            <pc:sldMasterMk cId="2460954070" sldId="2147483660"/>
            <pc:sldLayoutMk cId="2385387890" sldId="2147483661"/>
          </pc:sldLayoutMkLst>
        </pc:sldLayoutChg>
        <pc:sldLayoutChg chg="mod">
          <pc:chgData name="Dharam, Tanmayee Ashok" userId="S::txd220006@utdallas.edu::84d982b6-f11a-4b6e-b221-2c1409f68706" providerId="AD" clId="Web-{04C8F115-4835-48D8-A7E2-6B561595D748}" dt="2024-04-30T02:41:39.537" v="4"/>
          <pc:sldLayoutMkLst>
            <pc:docMk/>
            <pc:sldMasterMk cId="2460954070" sldId="2147483660"/>
            <pc:sldLayoutMk cId="949138452" sldId="2147483662"/>
          </pc:sldLayoutMkLst>
        </pc:sldLayoutChg>
        <pc:sldLayoutChg chg="mod">
          <pc:chgData name="Dharam, Tanmayee Ashok" userId="S::txd220006@utdallas.edu::84d982b6-f11a-4b6e-b221-2c1409f68706" providerId="AD" clId="Web-{04C8F115-4835-48D8-A7E2-6B561595D748}" dt="2024-04-30T02:41:39.537" v="4"/>
          <pc:sldLayoutMkLst>
            <pc:docMk/>
            <pc:sldMasterMk cId="2460954070" sldId="2147483660"/>
            <pc:sldLayoutMk cId="2591524520" sldId="2147483663"/>
          </pc:sldLayoutMkLst>
        </pc:sldLayoutChg>
        <pc:sldLayoutChg chg="mod">
          <pc:chgData name="Dharam, Tanmayee Ashok" userId="S::txd220006@utdallas.edu::84d982b6-f11a-4b6e-b221-2c1409f68706" providerId="AD" clId="Web-{04C8F115-4835-48D8-A7E2-6B561595D748}" dt="2024-04-30T02:41:39.537" v="4"/>
          <pc:sldLayoutMkLst>
            <pc:docMk/>
            <pc:sldMasterMk cId="2460954070" sldId="2147483660"/>
            <pc:sldLayoutMk cId="1203092039" sldId="2147483664"/>
          </pc:sldLayoutMkLst>
        </pc:sldLayoutChg>
        <pc:sldLayoutChg chg="mod">
          <pc:chgData name="Dharam, Tanmayee Ashok" userId="S::txd220006@utdallas.edu::84d982b6-f11a-4b6e-b221-2c1409f68706" providerId="AD" clId="Web-{04C8F115-4835-48D8-A7E2-6B561595D748}" dt="2024-04-30T02:41:39.537" v="4"/>
          <pc:sldLayoutMkLst>
            <pc:docMk/>
            <pc:sldMasterMk cId="2460954070" sldId="2147483660"/>
            <pc:sldLayoutMk cId="3733172339" sldId="2147483665"/>
          </pc:sldLayoutMkLst>
        </pc:sldLayoutChg>
        <pc:sldLayoutChg chg="mod">
          <pc:chgData name="Dharam, Tanmayee Ashok" userId="S::txd220006@utdallas.edu::84d982b6-f11a-4b6e-b221-2c1409f68706" providerId="AD" clId="Web-{04C8F115-4835-48D8-A7E2-6B561595D748}" dt="2024-04-30T02:41:39.537" v="4"/>
          <pc:sldLayoutMkLst>
            <pc:docMk/>
            <pc:sldMasterMk cId="2460954070" sldId="2147483660"/>
            <pc:sldLayoutMk cId="3210312558" sldId="2147483666"/>
          </pc:sldLayoutMkLst>
        </pc:sldLayoutChg>
        <pc:sldLayoutChg chg="mod">
          <pc:chgData name="Dharam, Tanmayee Ashok" userId="S::txd220006@utdallas.edu::84d982b6-f11a-4b6e-b221-2c1409f68706" providerId="AD" clId="Web-{04C8F115-4835-48D8-A7E2-6B561595D748}" dt="2024-04-30T02:41:39.537" v="4"/>
          <pc:sldLayoutMkLst>
            <pc:docMk/>
            <pc:sldMasterMk cId="2460954070" sldId="2147483660"/>
            <pc:sldLayoutMk cId="3146388984" sldId="2147483667"/>
          </pc:sldLayoutMkLst>
        </pc:sldLayoutChg>
        <pc:sldLayoutChg chg="mod">
          <pc:chgData name="Dharam, Tanmayee Ashok" userId="S::txd220006@utdallas.edu::84d982b6-f11a-4b6e-b221-2c1409f68706" providerId="AD" clId="Web-{04C8F115-4835-48D8-A7E2-6B561595D748}" dt="2024-04-30T02:41:39.537" v="4"/>
          <pc:sldLayoutMkLst>
            <pc:docMk/>
            <pc:sldMasterMk cId="2460954070" sldId="2147483660"/>
            <pc:sldLayoutMk cId="3171841454" sldId="2147483668"/>
          </pc:sldLayoutMkLst>
        </pc:sldLayoutChg>
        <pc:sldLayoutChg chg="mod">
          <pc:chgData name="Dharam, Tanmayee Ashok" userId="S::txd220006@utdallas.edu::84d982b6-f11a-4b6e-b221-2c1409f68706" providerId="AD" clId="Web-{04C8F115-4835-48D8-A7E2-6B561595D748}" dt="2024-04-30T02:41:39.537" v="4"/>
          <pc:sldLayoutMkLst>
            <pc:docMk/>
            <pc:sldMasterMk cId="2460954070" sldId="2147483660"/>
            <pc:sldLayoutMk cId="1718958274" sldId="2147483669"/>
          </pc:sldLayoutMkLst>
        </pc:sldLayoutChg>
        <pc:sldLayoutChg chg="mod">
          <pc:chgData name="Dharam, Tanmayee Ashok" userId="S::txd220006@utdallas.edu::84d982b6-f11a-4b6e-b221-2c1409f68706" providerId="AD" clId="Web-{04C8F115-4835-48D8-A7E2-6B561595D748}" dt="2024-04-30T02:41:39.537" v="4"/>
          <pc:sldLayoutMkLst>
            <pc:docMk/>
            <pc:sldMasterMk cId="2460954070" sldId="2147483660"/>
            <pc:sldLayoutMk cId="2202905451" sldId="2147483670"/>
          </pc:sldLayoutMkLst>
        </pc:sldLayoutChg>
        <pc:sldLayoutChg chg="mod">
          <pc:chgData name="Dharam, Tanmayee Ashok" userId="S::txd220006@utdallas.edu::84d982b6-f11a-4b6e-b221-2c1409f68706" providerId="AD" clId="Web-{04C8F115-4835-48D8-A7E2-6B561595D748}" dt="2024-04-30T02:41:39.537" v="4"/>
          <pc:sldLayoutMkLst>
            <pc:docMk/>
            <pc:sldMasterMk cId="2460954070" sldId="2147483660"/>
            <pc:sldLayoutMk cId="3479445657" sldId="2147483671"/>
          </pc:sldLayoutMkLst>
        </pc:sldLayoutChg>
      </pc:sldMasterChg>
    </pc:docChg>
  </pc:docChgLst>
  <pc:docChgLst>
    <pc:chgData name="Desai, Preet Paras" userId="S::pxd210046@utdallas.edu::116f3e39-7cc8-485e-9987-968b2e989fdf" providerId="AD" clId="Web-{D09EAA35-17B3-63DC-67CB-F3741B38D2A1}"/>
    <pc:docChg chg="addSld delSld modSld sldOrd">
      <pc:chgData name="Desai, Preet Paras" userId="S::pxd210046@utdallas.edu::116f3e39-7cc8-485e-9987-968b2e989fdf" providerId="AD" clId="Web-{D09EAA35-17B3-63DC-67CB-F3741B38D2A1}" dt="2024-04-30T23:02:24.959" v="467" actId="1076"/>
      <pc:docMkLst>
        <pc:docMk/>
      </pc:docMkLst>
      <pc:sldChg chg="new">
        <pc:chgData name="Desai, Preet Paras" userId="S::pxd210046@utdallas.edu::116f3e39-7cc8-485e-9987-968b2e989fdf" providerId="AD" clId="Web-{D09EAA35-17B3-63DC-67CB-F3741B38D2A1}" dt="2024-04-30T05:27:13.465" v="0"/>
        <pc:sldMkLst>
          <pc:docMk/>
          <pc:sldMk cId="546299831" sldId="259"/>
        </pc:sldMkLst>
      </pc:sldChg>
      <pc:sldChg chg="new">
        <pc:chgData name="Desai, Preet Paras" userId="S::pxd210046@utdallas.edu::116f3e39-7cc8-485e-9987-968b2e989fdf" providerId="AD" clId="Web-{D09EAA35-17B3-63DC-67CB-F3741B38D2A1}" dt="2024-04-30T05:27:13.903" v="1"/>
        <pc:sldMkLst>
          <pc:docMk/>
          <pc:sldMk cId="2678442631" sldId="260"/>
        </pc:sldMkLst>
      </pc:sldChg>
      <pc:sldChg chg="new">
        <pc:chgData name="Desai, Preet Paras" userId="S::pxd210046@utdallas.edu::116f3e39-7cc8-485e-9987-968b2e989fdf" providerId="AD" clId="Web-{D09EAA35-17B3-63DC-67CB-F3741B38D2A1}" dt="2024-04-30T05:27:14.481" v="2"/>
        <pc:sldMkLst>
          <pc:docMk/>
          <pc:sldMk cId="312295711" sldId="261"/>
        </pc:sldMkLst>
      </pc:sldChg>
      <pc:sldChg chg="ord">
        <pc:chgData name="Desai, Preet Paras" userId="S::pxd210046@utdallas.edu::116f3e39-7cc8-485e-9987-968b2e989fdf" providerId="AD" clId="Web-{D09EAA35-17B3-63DC-67CB-F3741B38D2A1}" dt="2024-04-30T18:23:57.612" v="210"/>
        <pc:sldMkLst>
          <pc:docMk/>
          <pc:sldMk cId="1567880173" sldId="263"/>
        </pc:sldMkLst>
      </pc:sldChg>
      <pc:sldChg chg="addSp delSp modSp mod ord setBg addAnim delAnim modAnim">
        <pc:chgData name="Desai, Preet Paras" userId="S::pxd210046@utdallas.edu::116f3e39-7cc8-485e-9987-968b2e989fdf" providerId="AD" clId="Web-{D09EAA35-17B3-63DC-67CB-F3741B38D2A1}" dt="2024-04-30T20:51:21.419" v="232" actId="1076"/>
        <pc:sldMkLst>
          <pc:docMk/>
          <pc:sldMk cId="2181605766" sldId="264"/>
        </pc:sldMkLst>
        <pc:spChg chg="mod ord">
          <ac:chgData name="Desai, Preet Paras" userId="S::pxd210046@utdallas.edu::116f3e39-7cc8-485e-9987-968b2e989fdf" providerId="AD" clId="Web-{D09EAA35-17B3-63DC-67CB-F3741B38D2A1}" dt="2024-04-30T07:37:23.353" v="73" actId="14100"/>
          <ac:spMkLst>
            <pc:docMk/>
            <pc:sldMk cId="2181605766" sldId="264"/>
            <ac:spMk id="2" creationId="{7081D615-AF9C-CEC7-2576-427A25B33D74}"/>
          </ac:spMkLst>
        </pc:spChg>
        <pc:spChg chg="mod ord">
          <ac:chgData name="Desai, Preet Paras" userId="S::pxd210046@utdallas.edu::116f3e39-7cc8-485e-9987-968b2e989fdf" providerId="AD" clId="Web-{D09EAA35-17B3-63DC-67CB-F3741B38D2A1}" dt="2024-04-30T07:37:04.602" v="70"/>
          <ac:spMkLst>
            <pc:docMk/>
            <pc:sldMk cId="2181605766" sldId="264"/>
            <ac:spMk id="3" creationId="{E04BDCE0-AD1E-B21E-F311-477FAA6ACD4E}"/>
          </ac:spMkLst>
        </pc:spChg>
        <pc:spChg chg="add del">
          <ac:chgData name="Desai, Preet Paras" userId="S::pxd210046@utdallas.edu::116f3e39-7cc8-485e-9987-968b2e989fdf" providerId="AD" clId="Web-{D09EAA35-17B3-63DC-67CB-F3741B38D2A1}" dt="2024-04-30T07:35:33.520" v="45"/>
          <ac:spMkLst>
            <pc:docMk/>
            <pc:sldMk cId="2181605766" sldId="264"/>
            <ac:spMk id="12" creationId="{DB61C582-23D5-4C48-B31B-11B91396D69C}"/>
          </ac:spMkLst>
        </pc:spChg>
        <pc:spChg chg="add del">
          <ac:chgData name="Desai, Preet Paras" userId="S::pxd210046@utdallas.edu::116f3e39-7cc8-485e-9987-968b2e989fdf" providerId="AD" clId="Web-{D09EAA35-17B3-63DC-67CB-F3741B38D2A1}" dt="2024-04-30T07:35:33.520" v="45"/>
          <ac:spMkLst>
            <pc:docMk/>
            <pc:sldMk cId="2181605766" sldId="264"/>
            <ac:spMk id="14" creationId="{564B7BD9-7F70-40CA-A74D-E1E6DA334617}"/>
          </ac:spMkLst>
        </pc:spChg>
        <pc:spChg chg="add del">
          <ac:chgData name="Desai, Preet Paras" userId="S::pxd210046@utdallas.edu::116f3e39-7cc8-485e-9987-968b2e989fdf" providerId="AD" clId="Web-{D09EAA35-17B3-63DC-67CB-F3741B38D2A1}" dt="2024-04-30T07:35:33.520" v="45"/>
          <ac:spMkLst>
            <pc:docMk/>
            <pc:sldMk cId="2181605766" sldId="264"/>
            <ac:spMk id="16" creationId="{5370CCB5-705B-4E99-8F73-B5403ED840F9}"/>
          </ac:spMkLst>
        </pc:spChg>
        <pc:spChg chg="add del">
          <ac:chgData name="Desai, Preet Paras" userId="S::pxd210046@utdallas.edu::116f3e39-7cc8-485e-9987-968b2e989fdf" providerId="AD" clId="Web-{D09EAA35-17B3-63DC-67CB-F3741B38D2A1}" dt="2024-04-30T07:35:39.348" v="47"/>
          <ac:spMkLst>
            <pc:docMk/>
            <pc:sldMk cId="2181605766" sldId="264"/>
            <ac:spMk id="18" creationId="{98DE6C44-43F8-4DE4-AB81-66853FFEA09A}"/>
          </ac:spMkLst>
        </pc:spChg>
        <pc:spChg chg="add del">
          <ac:chgData name="Desai, Preet Paras" userId="S::pxd210046@utdallas.edu::116f3e39-7cc8-485e-9987-968b2e989fdf" providerId="AD" clId="Web-{D09EAA35-17B3-63DC-67CB-F3741B38D2A1}" dt="2024-04-30T07:35:39.348" v="47"/>
          <ac:spMkLst>
            <pc:docMk/>
            <pc:sldMk cId="2181605766" sldId="264"/>
            <ac:spMk id="19" creationId="{A3C210E6-A35A-4F68-8D60-801A019C75B8}"/>
          </ac:spMkLst>
        </pc:spChg>
        <pc:spChg chg="add del">
          <ac:chgData name="Desai, Preet Paras" userId="S::pxd210046@utdallas.edu::116f3e39-7cc8-485e-9987-968b2e989fdf" providerId="AD" clId="Web-{D09EAA35-17B3-63DC-67CB-F3741B38D2A1}" dt="2024-04-30T07:35:39.348" v="47"/>
          <ac:spMkLst>
            <pc:docMk/>
            <pc:sldMk cId="2181605766" sldId="264"/>
            <ac:spMk id="20" creationId="{2409529B-9B56-4F10-BE4D-F934DB89E57E}"/>
          </ac:spMkLst>
        </pc:spChg>
        <pc:spChg chg="add del">
          <ac:chgData name="Desai, Preet Paras" userId="S::pxd210046@utdallas.edu::116f3e39-7cc8-485e-9987-968b2e989fdf" providerId="AD" clId="Web-{D09EAA35-17B3-63DC-67CB-F3741B38D2A1}" dt="2024-04-30T07:35:39.348" v="47"/>
          <ac:spMkLst>
            <pc:docMk/>
            <pc:sldMk cId="2181605766" sldId="264"/>
            <ac:spMk id="21" creationId="{AC0D06B0-F19C-459E-B221-A34B506FB5E3}"/>
          </ac:spMkLst>
        </pc:spChg>
        <pc:spChg chg="add del">
          <ac:chgData name="Desai, Preet Paras" userId="S::pxd210046@utdallas.edu::116f3e39-7cc8-485e-9987-968b2e989fdf" providerId="AD" clId="Web-{D09EAA35-17B3-63DC-67CB-F3741B38D2A1}" dt="2024-04-30T07:35:39.348" v="47"/>
          <ac:spMkLst>
            <pc:docMk/>
            <pc:sldMk cId="2181605766" sldId="264"/>
            <ac:spMk id="22" creationId="{345B26DA-1C6B-4C66-81C9-9C1877FC2DB1}"/>
          </ac:spMkLst>
        </pc:spChg>
        <pc:spChg chg="add del">
          <ac:chgData name="Desai, Preet Paras" userId="S::pxd210046@utdallas.edu::116f3e39-7cc8-485e-9987-968b2e989fdf" providerId="AD" clId="Web-{D09EAA35-17B3-63DC-67CB-F3741B38D2A1}" dt="2024-04-30T07:35:41.755" v="49"/>
          <ac:spMkLst>
            <pc:docMk/>
            <pc:sldMk cId="2181605766" sldId="264"/>
            <ac:spMk id="24" creationId="{B95B9BA8-1D69-4796-85F5-B6D0BD52354B}"/>
          </ac:spMkLst>
        </pc:spChg>
        <pc:spChg chg="add del">
          <ac:chgData name="Desai, Preet Paras" userId="S::pxd210046@utdallas.edu::116f3e39-7cc8-485e-9987-968b2e989fdf" providerId="AD" clId="Web-{D09EAA35-17B3-63DC-67CB-F3741B38D2A1}" dt="2024-04-30T07:35:45.364" v="51"/>
          <ac:spMkLst>
            <pc:docMk/>
            <pc:sldMk cId="2181605766" sldId="264"/>
            <ac:spMk id="28" creationId="{615E9F7A-B64C-4192-8930-A05D1E23F324}"/>
          </ac:spMkLst>
        </pc:spChg>
        <pc:spChg chg="add del">
          <ac:chgData name="Desai, Preet Paras" userId="S::pxd210046@utdallas.edu::116f3e39-7cc8-485e-9987-968b2e989fdf" providerId="AD" clId="Web-{D09EAA35-17B3-63DC-67CB-F3741B38D2A1}" dt="2024-04-30T07:35:45.364" v="51"/>
          <ac:spMkLst>
            <pc:docMk/>
            <pc:sldMk cId="2181605766" sldId="264"/>
            <ac:spMk id="29" creationId="{793EB161-5CFE-4D7E-B34B-06C90F9B16B6}"/>
          </ac:spMkLst>
        </pc:spChg>
        <pc:spChg chg="add del">
          <ac:chgData name="Desai, Preet Paras" userId="S::pxd210046@utdallas.edu::116f3e39-7cc8-485e-9987-968b2e989fdf" providerId="AD" clId="Web-{D09EAA35-17B3-63DC-67CB-F3741B38D2A1}" dt="2024-04-30T07:35:45.364" v="51"/>
          <ac:spMkLst>
            <pc:docMk/>
            <pc:sldMk cId="2181605766" sldId="264"/>
            <ac:spMk id="30" creationId="{618147C2-BF02-44AA-81D8-FD7776FAB3C6}"/>
          </ac:spMkLst>
        </pc:spChg>
        <pc:spChg chg="add del">
          <ac:chgData name="Desai, Preet Paras" userId="S::pxd210046@utdallas.edu::116f3e39-7cc8-485e-9987-968b2e989fdf" providerId="AD" clId="Web-{D09EAA35-17B3-63DC-67CB-F3741B38D2A1}" dt="2024-04-30T07:35:57.224" v="55"/>
          <ac:spMkLst>
            <pc:docMk/>
            <pc:sldMk cId="2181605766" sldId="264"/>
            <ac:spMk id="32" creationId="{E817EB35-4D5C-493B-8459-98C99FD1667F}"/>
          </ac:spMkLst>
        </pc:spChg>
        <pc:spChg chg="add del">
          <ac:chgData name="Desai, Preet Paras" userId="S::pxd210046@utdallas.edu::116f3e39-7cc8-485e-9987-968b2e989fdf" providerId="AD" clId="Web-{D09EAA35-17B3-63DC-67CB-F3741B38D2A1}" dt="2024-04-30T07:35:57.224" v="55"/>
          <ac:spMkLst>
            <pc:docMk/>
            <pc:sldMk cId="2181605766" sldId="264"/>
            <ac:spMk id="33" creationId="{70BEB1E7-2F88-40BC-B73D-42E5B6F80BFC}"/>
          </ac:spMkLst>
        </pc:spChg>
        <pc:spChg chg="add del">
          <ac:chgData name="Desai, Preet Paras" userId="S::pxd210046@utdallas.edu::116f3e39-7cc8-485e-9987-968b2e989fdf" providerId="AD" clId="Web-{D09EAA35-17B3-63DC-67CB-F3741B38D2A1}" dt="2024-04-30T07:37:04.602" v="70"/>
          <ac:spMkLst>
            <pc:docMk/>
            <pc:sldMk cId="2181605766" sldId="264"/>
            <ac:spMk id="38" creationId="{A3C210E6-A35A-4F68-8D60-801A019C75B8}"/>
          </ac:spMkLst>
        </pc:spChg>
        <pc:spChg chg="add del">
          <ac:chgData name="Desai, Preet Paras" userId="S::pxd210046@utdallas.edu::116f3e39-7cc8-485e-9987-968b2e989fdf" providerId="AD" clId="Web-{D09EAA35-17B3-63DC-67CB-F3741B38D2A1}" dt="2024-04-30T07:37:04.602" v="70"/>
          <ac:spMkLst>
            <pc:docMk/>
            <pc:sldMk cId="2181605766" sldId="264"/>
            <ac:spMk id="40" creationId="{AC0D06B0-F19C-459E-B221-A34B506FB5E3}"/>
          </ac:spMkLst>
        </pc:spChg>
        <pc:spChg chg="add del">
          <ac:chgData name="Desai, Preet Paras" userId="S::pxd210046@utdallas.edu::116f3e39-7cc8-485e-9987-968b2e989fdf" providerId="AD" clId="Web-{D09EAA35-17B3-63DC-67CB-F3741B38D2A1}" dt="2024-04-30T07:37:04.602" v="70"/>
          <ac:spMkLst>
            <pc:docMk/>
            <pc:sldMk cId="2181605766" sldId="264"/>
            <ac:spMk id="42" creationId="{345B26DA-1C6B-4C66-81C9-9C1877FC2DB1}"/>
          </ac:spMkLst>
        </pc:spChg>
        <pc:spChg chg="add del">
          <ac:chgData name="Desai, Preet Paras" userId="S::pxd210046@utdallas.edu::116f3e39-7cc8-485e-9987-968b2e989fdf" providerId="AD" clId="Web-{D09EAA35-17B3-63DC-67CB-F3741B38D2A1}" dt="2024-04-30T07:37:04.602" v="70"/>
          <ac:spMkLst>
            <pc:docMk/>
            <pc:sldMk cId="2181605766" sldId="264"/>
            <ac:spMk id="44" creationId="{98DE6C44-43F8-4DE4-AB81-66853FFEA09A}"/>
          </ac:spMkLst>
        </pc:spChg>
        <pc:spChg chg="add del">
          <ac:chgData name="Desai, Preet Paras" userId="S::pxd210046@utdallas.edu::116f3e39-7cc8-485e-9987-968b2e989fdf" providerId="AD" clId="Web-{D09EAA35-17B3-63DC-67CB-F3741B38D2A1}" dt="2024-04-30T07:37:04.602" v="70"/>
          <ac:spMkLst>
            <pc:docMk/>
            <pc:sldMk cId="2181605766" sldId="264"/>
            <ac:spMk id="46" creationId="{2409529B-9B56-4F10-BE4D-F934DB89E57E}"/>
          </ac:spMkLst>
        </pc:spChg>
        <pc:spChg chg="add del">
          <ac:chgData name="Desai, Preet Paras" userId="S::pxd210046@utdallas.edu::116f3e39-7cc8-485e-9987-968b2e989fdf" providerId="AD" clId="Web-{D09EAA35-17B3-63DC-67CB-F3741B38D2A1}" dt="2024-04-30T07:36:38.382" v="59"/>
          <ac:spMkLst>
            <pc:docMk/>
            <pc:sldMk cId="2181605766" sldId="264"/>
            <ac:spMk id="51" creationId="{0D7B6173-1D58-48E2-83CF-37350F315F75}"/>
          </ac:spMkLst>
        </pc:spChg>
        <pc:spChg chg="add del">
          <ac:chgData name="Desai, Preet Paras" userId="S::pxd210046@utdallas.edu::116f3e39-7cc8-485e-9987-968b2e989fdf" providerId="AD" clId="Web-{D09EAA35-17B3-63DC-67CB-F3741B38D2A1}" dt="2024-04-30T07:36:38.382" v="59"/>
          <ac:spMkLst>
            <pc:docMk/>
            <pc:sldMk cId="2181605766" sldId="264"/>
            <ac:spMk id="53" creationId="{2F36CA75-CFBF-4844-B719-8FE9EBADA9AF}"/>
          </ac:spMkLst>
        </pc:spChg>
        <pc:spChg chg="add del">
          <ac:chgData name="Desai, Preet Paras" userId="S::pxd210046@utdallas.edu::116f3e39-7cc8-485e-9987-968b2e989fdf" providerId="AD" clId="Web-{D09EAA35-17B3-63DC-67CB-F3741B38D2A1}" dt="2024-04-30T07:36:38.382" v="59"/>
          <ac:spMkLst>
            <pc:docMk/>
            <pc:sldMk cId="2181605766" sldId="264"/>
            <ac:spMk id="55" creationId="{3D4A84B9-E564-4DD0-97F8-DBF1C460C28A}"/>
          </ac:spMkLst>
        </pc:spChg>
        <pc:spChg chg="add del">
          <ac:chgData name="Desai, Preet Paras" userId="S::pxd210046@utdallas.edu::116f3e39-7cc8-485e-9987-968b2e989fdf" providerId="AD" clId="Web-{D09EAA35-17B3-63DC-67CB-F3741B38D2A1}" dt="2024-04-30T07:36:38.382" v="59"/>
          <ac:spMkLst>
            <pc:docMk/>
            <pc:sldMk cId="2181605766" sldId="264"/>
            <ac:spMk id="59" creationId="{102382E0-0A09-46AE-B955-B911CAFE7F00}"/>
          </ac:spMkLst>
        </pc:spChg>
        <pc:spChg chg="add del">
          <ac:chgData name="Desai, Preet Paras" userId="S::pxd210046@utdallas.edu::116f3e39-7cc8-485e-9987-968b2e989fdf" providerId="AD" clId="Web-{D09EAA35-17B3-63DC-67CB-F3741B38D2A1}" dt="2024-04-30T07:36:38.382" v="59"/>
          <ac:spMkLst>
            <pc:docMk/>
            <pc:sldMk cId="2181605766" sldId="264"/>
            <ac:spMk id="61" creationId="{7DE75D4A-0965-4973-BE75-DECCAC9A9614}"/>
          </ac:spMkLst>
        </pc:spChg>
        <pc:spChg chg="add del">
          <ac:chgData name="Desai, Preet Paras" userId="S::pxd210046@utdallas.edu::116f3e39-7cc8-485e-9987-968b2e989fdf" providerId="AD" clId="Web-{D09EAA35-17B3-63DC-67CB-F3741B38D2A1}" dt="2024-04-30T07:36:41.929" v="61"/>
          <ac:spMkLst>
            <pc:docMk/>
            <pc:sldMk cId="2181605766" sldId="264"/>
            <ac:spMk id="63" creationId="{6E25EB17-46B3-4AFD-B33A-4AEC7F63F283}"/>
          </ac:spMkLst>
        </pc:spChg>
        <pc:spChg chg="add del">
          <ac:chgData name="Desai, Preet Paras" userId="S::pxd210046@utdallas.edu::116f3e39-7cc8-485e-9987-968b2e989fdf" providerId="AD" clId="Web-{D09EAA35-17B3-63DC-67CB-F3741B38D2A1}" dt="2024-04-30T07:36:41.929" v="61"/>
          <ac:spMkLst>
            <pc:docMk/>
            <pc:sldMk cId="2181605766" sldId="264"/>
            <ac:spMk id="64" creationId="{481EABE0-FA8E-49A5-A966-F0539111C953}"/>
          </ac:spMkLst>
        </pc:spChg>
        <pc:spChg chg="add del">
          <ac:chgData name="Desai, Preet Paras" userId="S::pxd210046@utdallas.edu::116f3e39-7cc8-485e-9987-968b2e989fdf" providerId="AD" clId="Web-{D09EAA35-17B3-63DC-67CB-F3741B38D2A1}" dt="2024-04-30T07:36:41.929" v="61"/>
          <ac:spMkLst>
            <pc:docMk/>
            <pc:sldMk cId="2181605766" sldId="264"/>
            <ac:spMk id="65" creationId="{56A3E26D-73B1-468C-B97B-BC1815959759}"/>
          </ac:spMkLst>
        </pc:spChg>
        <pc:spChg chg="add del">
          <ac:chgData name="Desai, Preet Paras" userId="S::pxd210046@utdallas.edu::116f3e39-7cc8-485e-9987-968b2e989fdf" providerId="AD" clId="Web-{D09EAA35-17B3-63DC-67CB-F3741B38D2A1}" dt="2024-04-30T07:36:48.711" v="63"/>
          <ac:spMkLst>
            <pc:docMk/>
            <pc:sldMk cId="2181605766" sldId="264"/>
            <ac:spMk id="67" creationId="{B95B9BA8-1D69-4796-85F5-B6D0BD52354B}"/>
          </ac:spMkLst>
        </pc:spChg>
        <pc:spChg chg="add del">
          <ac:chgData name="Desai, Preet Paras" userId="S::pxd210046@utdallas.edu::116f3e39-7cc8-485e-9987-968b2e989fdf" providerId="AD" clId="Web-{D09EAA35-17B3-63DC-67CB-F3741B38D2A1}" dt="2024-04-30T07:36:51.648" v="65"/>
          <ac:spMkLst>
            <pc:docMk/>
            <pc:sldMk cId="2181605766" sldId="264"/>
            <ac:spMk id="71" creationId="{7E445F35-4B62-45E9-90D3-1FCCEF782B15}"/>
          </ac:spMkLst>
        </pc:spChg>
        <pc:spChg chg="add del">
          <ac:chgData name="Desai, Preet Paras" userId="S::pxd210046@utdallas.edu::116f3e39-7cc8-485e-9987-968b2e989fdf" providerId="AD" clId="Web-{D09EAA35-17B3-63DC-67CB-F3741B38D2A1}" dt="2024-04-30T07:36:51.648" v="65"/>
          <ac:spMkLst>
            <pc:docMk/>
            <pc:sldMk cId="2181605766" sldId="264"/>
            <ac:spMk id="72" creationId="{6C7505F3-6E30-4B80-A6A3-5B0207A60A95}"/>
          </ac:spMkLst>
        </pc:spChg>
        <pc:spChg chg="add del">
          <ac:chgData name="Desai, Preet Paras" userId="S::pxd210046@utdallas.edu::116f3e39-7cc8-485e-9987-968b2e989fdf" providerId="AD" clId="Web-{D09EAA35-17B3-63DC-67CB-F3741B38D2A1}" dt="2024-04-30T07:36:51.648" v="65"/>
          <ac:spMkLst>
            <pc:docMk/>
            <pc:sldMk cId="2181605766" sldId="264"/>
            <ac:spMk id="73" creationId="{25EDC54A-5713-43C3-9F24-F04707659765}"/>
          </ac:spMkLst>
        </pc:spChg>
        <pc:spChg chg="add del">
          <ac:chgData name="Desai, Preet Paras" userId="S::pxd210046@utdallas.edu::116f3e39-7cc8-485e-9987-968b2e989fdf" providerId="AD" clId="Web-{D09EAA35-17B3-63DC-67CB-F3741B38D2A1}" dt="2024-04-30T07:36:51.648" v="65"/>
          <ac:spMkLst>
            <pc:docMk/>
            <pc:sldMk cId="2181605766" sldId="264"/>
            <ac:spMk id="74" creationId="{BBB8E718-D7A5-4D08-96BF-A7318FC92134}"/>
          </ac:spMkLst>
        </pc:spChg>
        <pc:spChg chg="add del">
          <ac:chgData name="Desai, Preet Paras" userId="S::pxd210046@utdallas.edu::116f3e39-7cc8-485e-9987-968b2e989fdf" providerId="AD" clId="Web-{D09EAA35-17B3-63DC-67CB-F3741B38D2A1}" dt="2024-04-30T07:36:51.648" v="65"/>
          <ac:spMkLst>
            <pc:docMk/>
            <pc:sldMk cId="2181605766" sldId="264"/>
            <ac:spMk id="75" creationId="{5A0B0778-56C8-473C-B02A-0004CC36B40F}"/>
          </ac:spMkLst>
        </pc:spChg>
        <pc:spChg chg="add del">
          <ac:chgData name="Desai, Preet Paras" userId="S::pxd210046@utdallas.edu::116f3e39-7cc8-485e-9987-968b2e989fdf" providerId="AD" clId="Web-{D09EAA35-17B3-63DC-67CB-F3741B38D2A1}" dt="2024-04-30T07:36:51.648" v="65"/>
          <ac:spMkLst>
            <pc:docMk/>
            <pc:sldMk cId="2181605766" sldId="264"/>
            <ac:spMk id="76" creationId="{9A6C41FE-553E-468F-9D8B-2F687AACCCA0}"/>
          </ac:spMkLst>
        </pc:spChg>
        <pc:spChg chg="add del">
          <ac:chgData name="Desai, Preet Paras" userId="S::pxd210046@utdallas.edu::116f3e39-7cc8-485e-9987-968b2e989fdf" providerId="AD" clId="Web-{D09EAA35-17B3-63DC-67CB-F3741B38D2A1}" dt="2024-04-30T07:36:51.648" v="65"/>
          <ac:spMkLst>
            <pc:docMk/>
            <pc:sldMk cId="2181605766" sldId="264"/>
            <ac:spMk id="77" creationId="{6050BC6B-007A-481C-9FCF-864121E9F16C}"/>
          </ac:spMkLst>
        </pc:spChg>
        <pc:spChg chg="add del">
          <ac:chgData name="Desai, Preet Paras" userId="S::pxd210046@utdallas.edu::116f3e39-7cc8-485e-9987-968b2e989fdf" providerId="AD" clId="Web-{D09EAA35-17B3-63DC-67CB-F3741B38D2A1}" dt="2024-04-30T07:36:51.648" v="65"/>
          <ac:spMkLst>
            <pc:docMk/>
            <pc:sldMk cId="2181605766" sldId="264"/>
            <ac:spMk id="78" creationId="{AB942579-FA45-47B8-82EF-29A31F6B7D9C}"/>
          </ac:spMkLst>
        </pc:spChg>
        <pc:spChg chg="add del">
          <ac:chgData name="Desai, Preet Paras" userId="S::pxd210046@utdallas.edu::116f3e39-7cc8-485e-9987-968b2e989fdf" providerId="AD" clId="Web-{D09EAA35-17B3-63DC-67CB-F3741B38D2A1}" dt="2024-04-30T07:36:51.648" v="65"/>
          <ac:spMkLst>
            <pc:docMk/>
            <pc:sldMk cId="2181605766" sldId="264"/>
            <ac:spMk id="79" creationId="{E7CAB2F0-6C64-430E-A8AC-8E9F3EBA9343}"/>
          </ac:spMkLst>
        </pc:spChg>
        <pc:spChg chg="add del">
          <ac:chgData name="Desai, Preet Paras" userId="S::pxd210046@utdallas.edu::116f3e39-7cc8-485e-9987-968b2e989fdf" providerId="AD" clId="Web-{D09EAA35-17B3-63DC-67CB-F3741B38D2A1}" dt="2024-04-30T07:36:55.023" v="67"/>
          <ac:spMkLst>
            <pc:docMk/>
            <pc:sldMk cId="2181605766" sldId="264"/>
            <ac:spMk id="81" creationId="{D7F307E1-26FA-4252-94D1-9711C4518CA1}"/>
          </ac:spMkLst>
        </pc:spChg>
        <pc:spChg chg="add del">
          <ac:chgData name="Desai, Preet Paras" userId="S::pxd210046@utdallas.edu::116f3e39-7cc8-485e-9987-968b2e989fdf" providerId="AD" clId="Web-{D09EAA35-17B3-63DC-67CB-F3741B38D2A1}" dt="2024-04-30T07:36:55.023" v="67"/>
          <ac:spMkLst>
            <pc:docMk/>
            <pc:sldMk cId="2181605766" sldId="264"/>
            <ac:spMk id="82" creationId="{398DFB7A-5FB9-4FBB-8BD1-0DBC6A3652FB}"/>
          </ac:spMkLst>
        </pc:spChg>
        <pc:spChg chg="add del">
          <ac:chgData name="Desai, Preet Paras" userId="S::pxd210046@utdallas.edu::116f3e39-7cc8-485e-9987-968b2e989fdf" providerId="AD" clId="Web-{D09EAA35-17B3-63DC-67CB-F3741B38D2A1}" dt="2024-04-30T07:36:55.023" v="67"/>
          <ac:spMkLst>
            <pc:docMk/>
            <pc:sldMk cId="2181605766" sldId="264"/>
            <ac:spMk id="83" creationId="{357E4EC5-5150-4D8A-B97F-668E90752EC1}"/>
          </ac:spMkLst>
        </pc:spChg>
        <pc:spChg chg="add del">
          <ac:chgData name="Desai, Preet Paras" userId="S::pxd210046@utdallas.edu::116f3e39-7cc8-485e-9987-968b2e989fdf" providerId="AD" clId="Web-{D09EAA35-17B3-63DC-67CB-F3741B38D2A1}" dt="2024-04-30T07:36:55.023" v="67"/>
          <ac:spMkLst>
            <pc:docMk/>
            <pc:sldMk cId="2181605766" sldId="264"/>
            <ac:spMk id="84" creationId="{8C818ED5-2F56-4171-9445-3AA4F4462396}"/>
          </ac:spMkLst>
        </pc:spChg>
        <pc:spChg chg="add del">
          <ac:chgData name="Desai, Preet Paras" userId="S::pxd210046@utdallas.edu::116f3e39-7cc8-485e-9987-968b2e989fdf" providerId="AD" clId="Web-{D09EAA35-17B3-63DC-67CB-F3741B38D2A1}" dt="2024-04-30T07:36:55.023" v="67"/>
          <ac:spMkLst>
            <pc:docMk/>
            <pc:sldMk cId="2181605766" sldId="264"/>
            <ac:spMk id="85" creationId="{DE74FCE8-866C-4AFA-B45C-FACE2A6094E4}"/>
          </ac:spMkLst>
        </pc:spChg>
        <pc:spChg chg="add del">
          <ac:chgData name="Desai, Preet Paras" userId="S::pxd210046@utdallas.edu::116f3e39-7cc8-485e-9987-968b2e989fdf" providerId="AD" clId="Web-{D09EAA35-17B3-63DC-67CB-F3741B38D2A1}" dt="2024-04-30T07:37:04.586" v="69"/>
          <ac:spMkLst>
            <pc:docMk/>
            <pc:sldMk cId="2181605766" sldId="264"/>
            <ac:spMk id="87" creationId="{B918CFFB-B400-42A4-B280-07D6C31D956E}"/>
          </ac:spMkLst>
        </pc:spChg>
        <pc:spChg chg="add del">
          <ac:chgData name="Desai, Preet Paras" userId="S::pxd210046@utdallas.edu::116f3e39-7cc8-485e-9987-968b2e989fdf" providerId="AD" clId="Web-{D09EAA35-17B3-63DC-67CB-F3741B38D2A1}" dt="2024-04-30T07:37:04.586" v="69"/>
          <ac:spMkLst>
            <pc:docMk/>
            <pc:sldMk cId="2181605766" sldId="264"/>
            <ac:spMk id="88" creationId="{9B47378D-AD27-45D0-8C1C-5B1098DCC068}"/>
          </ac:spMkLst>
        </pc:spChg>
        <pc:spChg chg="add">
          <ac:chgData name="Desai, Preet Paras" userId="S::pxd210046@utdallas.edu::116f3e39-7cc8-485e-9987-968b2e989fdf" providerId="AD" clId="Web-{D09EAA35-17B3-63DC-67CB-F3741B38D2A1}" dt="2024-04-30T07:37:04.602" v="70"/>
          <ac:spMkLst>
            <pc:docMk/>
            <pc:sldMk cId="2181605766" sldId="264"/>
            <ac:spMk id="90" creationId="{A3C210E6-A35A-4F68-8D60-801A019C75B8}"/>
          </ac:spMkLst>
        </pc:spChg>
        <pc:spChg chg="add">
          <ac:chgData name="Desai, Preet Paras" userId="S::pxd210046@utdallas.edu::116f3e39-7cc8-485e-9987-968b2e989fdf" providerId="AD" clId="Web-{D09EAA35-17B3-63DC-67CB-F3741B38D2A1}" dt="2024-04-30T07:37:04.602" v="70"/>
          <ac:spMkLst>
            <pc:docMk/>
            <pc:sldMk cId="2181605766" sldId="264"/>
            <ac:spMk id="91" creationId="{AC0D06B0-F19C-459E-B221-A34B506FB5E3}"/>
          </ac:spMkLst>
        </pc:spChg>
        <pc:spChg chg="add">
          <ac:chgData name="Desai, Preet Paras" userId="S::pxd210046@utdallas.edu::116f3e39-7cc8-485e-9987-968b2e989fdf" providerId="AD" clId="Web-{D09EAA35-17B3-63DC-67CB-F3741B38D2A1}" dt="2024-04-30T07:37:04.602" v="70"/>
          <ac:spMkLst>
            <pc:docMk/>
            <pc:sldMk cId="2181605766" sldId="264"/>
            <ac:spMk id="92" creationId="{345B26DA-1C6B-4C66-81C9-9C1877FC2DB1}"/>
          </ac:spMkLst>
        </pc:spChg>
        <pc:spChg chg="add">
          <ac:chgData name="Desai, Preet Paras" userId="S::pxd210046@utdallas.edu::116f3e39-7cc8-485e-9987-968b2e989fdf" providerId="AD" clId="Web-{D09EAA35-17B3-63DC-67CB-F3741B38D2A1}" dt="2024-04-30T07:37:04.602" v="70"/>
          <ac:spMkLst>
            <pc:docMk/>
            <pc:sldMk cId="2181605766" sldId="264"/>
            <ac:spMk id="93" creationId="{98DE6C44-43F8-4DE4-AB81-66853FFEA09A}"/>
          </ac:spMkLst>
        </pc:spChg>
        <pc:spChg chg="add">
          <ac:chgData name="Desai, Preet Paras" userId="S::pxd210046@utdallas.edu::116f3e39-7cc8-485e-9987-968b2e989fdf" providerId="AD" clId="Web-{D09EAA35-17B3-63DC-67CB-F3741B38D2A1}" dt="2024-04-30T07:37:04.602" v="70"/>
          <ac:spMkLst>
            <pc:docMk/>
            <pc:sldMk cId="2181605766" sldId="264"/>
            <ac:spMk id="94" creationId="{2409529B-9B56-4F10-BE4D-F934DB89E57E}"/>
          </ac:spMkLst>
        </pc:spChg>
        <pc:grpChg chg="add del">
          <ac:chgData name="Desai, Preet Paras" userId="S::pxd210046@utdallas.edu::116f3e39-7cc8-485e-9987-968b2e989fdf" providerId="AD" clId="Web-{D09EAA35-17B3-63DC-67CB-F3741B38D2A1}" dt="2024-04-30T07:35:41.755" v="49"/>
          <ac:grpSpMkLst>
            <pc:docMk/>
            <pc:sldMk cId="2181605766" sldId="264"/>
            <ac:grpSpMk id="25" creationId="{364A290D-B7BC-40B4-AB97-0C801BCCE267}"/>
          </ac:grpSpMkLst>
        </pc:grpChg>
        <pc:grpChg chg="add del">
          <ac:chgData name="Desai, Preet Paras" userId="S::pxd210046@utdallas.edu::116f3e39-7cc8-485e-9987-968b2e989fdf" providerId="AD" clId="Web-{D09EAA35-17B3-63DC-67CB-F3741B38D2A1}" dt="2024-04-30T07:36:48.711" v="63"/>
          <ac:grpSpMkLst>
            <pc:docMk/>
            <pc:sldMk cId="2181605766" sldId="264"/>
            <ac:grpSpMk id="68" creationId="{364A290D-B7BC-40B4-AB97-0C801BCCE267}"/>
          </ac:grpSpMkLst>
        </pc:grpChg>
        <pc:picChg chg="add mod ord">
          <ac:chgData name="Desai, Preet Paras" userId="S::pxd210046@utdallas.edu::116f3e39-7cc8-485e-9987-968b2e989fdf" providerId="AD" clId="Web-{D09EAA35-17B3-63DC-67CB-F3741B38D2A1}" dt="2024-04-30T07:37:04.586" v="69"/>
          <ac:picMkLst>
            <pc:docMk/>
            <pc:sldMk cId="2181605766" sldId="264"/>
            <ac:picMk id="4" creationId="{062FEE0B-36C7-EDE2-BA23-31E2CABED1D6}"/>
          </ac:picMkLst>
        </pc:picChg>
        <pc:picChg chg="add mod ord">
          <ac:chgData name="Desai, Preet Paras" userId="S::pxd210046@utdallas.edu::116f3e39-7cc8-485e-9987-968b2e989fdf" providerId="AD" clId="Web-{D09EAA35-17B3-63DC-67CB-F3741B38D2A1}" dt="2024-04-30T07:37:04.586" v="69"/>
          <ac:picMkLst>
            <pc:docMk/>
            <pc:sldMk cId="2181605766" sldId="264"/>
            <ac:picMk id="5" creationId="{3337EEF9-127A-E717-C8F6-1127483BA9A6}"/>
          </ac:picMkLst>
        </pc:picChg>
        <pc:picChg chg="add mod ord">
          <ac:chgData name="Desai, Preet Paras" userId="S::pxd210046@utdallas.edu::116f3e39-7cc8-485e-9987-968b2e989fdf" providerId="AD" clId="Web-{D09EAA35-17B3-63DC-67CB-F3741B38D2A1}" dt="2024-04-30T20:51:21.419" v="232" actId="1076"/>
          <ac:picMkLst>
            <pc:docMk/>
            <pc:sldMk cId="2181605766" sldId="264"/>
            <ac:picMk id="6" creationId="{52DC32DD-28C9-6261-3FFE-5D375120DE30}"/>
          </ac:picMkLst>
        </pc:picChg>
        <pc:picChg chg="add mod ord">
          <ac:chgData name="Desai, Preet Paras" userId="S::pxd210046@utdallas.edu::116f3e39-7cc8-485e-9987-968b2e989fdf" providerId="AD" clId="Web-{D09EAA35-17B3-63DC-67CB-F3741B38D2A1}" dt="2024-04-30T07:37:04.586" v="69"/>
          <ac:picMkLst>
            <pc:docMk/>
            <pc:sldMk cId="2181605766" sldId="264"/>
            <ac:picMk id="7" creationId="{A1F88BF5-B25A-D886-BC7A-47B7AB87D4F3}"/>
          </ac:picMkLst>
        </pc:picChg>
        <pc:picChg chg="add del">
          <ac:chgData name="Desai, Preet Paras" userId="S::pxd210046@utdallas.edu::116f3e39-7cc8-485e-9987-968b2e989fdf" providerId="AD" clId="Web-{D09EAA35-17B3-63DC-67CB-F3741B38D2A1}" dt="2024-04-30T07:36:38.382" v="59"/>
          <ac:picMkLst>
            <pc:docMk/>
            <pc:sldMk cId="2181605766" sldId="264"/>
            <ac:picMk id="57" creationId="{4A599609-F5C2-4A0B-A992-913F814A631A}"/>
          </ac:picMkLst>
        </pc:picChg>
      </pc:sldChg>
      <pc:sldChg chg="addSp delSp modSp new ord addAnim">
        <pc:chgData name="Desai, Preet Paras" userId="S::pxd210046@utdallas.edu::116f3e39-7cc8-485e-9987-968b2e989fdf" providerId="AD" clId="Web-{D09EAA35-17B3-63DC-67CB-F3741B38D2A1}" dt="2024-04-30T18:32:32.517" v="229"/>
        <pc:sldMkLst>
          <pc:docMk/>
          <pc:sldMk cId="3732419382" sldId="265"/>
        </pc:sldMkLst>
        <pc:spChg chg="mod">
          <ac:chgData name="Desai, Preet Paras" userId="S::pxd210046@utdallas.edu::116f3e39-7cc8-485e-9987-968b2e989fdf" providerId="AD" clId="Web-{D09EAA35-17B3-63DC-67CB-F3741B38D2A1}" dt="2024-04-30T07:46:54.609" v="89" actId="20577"/>
          <ac:spMkLst>
            <pc:docMk/>
            <pc:sldMk cId="3732419382" sldId="265"/>
            <ac:spMk id="2" creationId="{A2A6CB3C-12C0-DAEB-3079-9F34D3DCD8EE}"/>
          </ac:spMkLst>
        </pc:spChg>
        <pc:spChg chg="del">
          <ac:chgData name="Desai, Preet Paras" userId="S::pxd210046@utdallas.edu::116f3e39-7cc8-485e-9987-968b2e989fdf" providerId="AD" clId="Web-{D09EAA35-17B3-63DC-67CB-F3741B38D2A1}" dt="2024-04-30T07:46:54.719" v="90"/>
          <ac:spMkLst>
            <pc:docMk/>
            <pc:sldMk cId="3732419382" sldId="265"/>
            <ac:spMk id="3" creationId="{DC2FFE92-2455-A1F7-8DDB-E59B09F23C7B}"/>
          </ac:spMkLst>
        </pc:spChg>
        <pc:spChg chg="add del mod">
          <ac:chgData name="Desai, Preet Paras" userId="S::pxd210046@utdallas.edu::116f3e39-7cc8-485e-9987-968b2e989fdf" providerId="AD" clId="Web-{D09EAA35-17B3-63DC-67CB-F3741B38D2A1}" dt="2024-04-30T07:48:57.755" v="108"/>
          <ac:spMkLst>
            <pc:docMk/>
            <pc:sldMk cId="3732419382" sldId="265"/>
            <ac:spMk id="7" creationId="{424998EC-07F5-2A44-9FBA-B8F7C3E731E5}"/>
          </ac:spMkLst>
        </pc:spChg>
        <pc:spChg chg="add del mod">
          <ac:chgData name="Desai, Preet Paras" userId="S::pxd210046@utdallas.edu::116f3e39-7cc8-485e-9987-968b2e989fdf" providerId="AD" clId="Web-{D09EAA35-17B3-63DC-67CB-F3741B38D2A1}" dt="2024-04-30T07:51:12.963" v="114"/>
          <ac:spMkLst>
            <pc:docMk/>
            <pc:sldMk cId="3732419382" sldId="265"/>
            <ac:spMk id="9" creationId="{A406CF7F-E1F9-8FC5-244B-F826F3638256}"/>
          </ac:spMkLst>
        </pc:spChg>
        <pc:picChg chg="add del mod ord">
          <ac:chgData name="Desai, Preet Paras" userId="S::pxd210046@utdallas.edu::116f3e39-7cc8-485e-9987-968b2e989fdf" providerId="AD" clId="Web-{D09EAA35-17B3-63DC-67CB-F3741B38D2A1}" dt="2024-04-30T07:49:10.677" v="113"/>
          <ac:picMkLst>
            <pc:docMk/>
            <pc:sldMk cId="3732419382" sldId="265"/>
            <ac:picMk id="4" creationId="{C9B9AACA-7990-DE6A-FE7C-E98920506DA5}"/>
          </ac:picMkLst>
        </pc:picChg>
        <pc:picChg chg="add del mod">
          <ac:chgData name="Desai, Preet Paras" userId="S::pxd210046@utdallas.edu::116f3e39-7cc8-485e-9987-968b2e989fdf" providerId="AD" clId="Web-{D09EAA35-17B3-63DC-67CB-F3741B38D2A1}" dt="2024-04-30T07:49:08.818" v="112"/>
          <ac:picMkLst>
            <pc:docMk/>
            <pc:sldMk cId="3732419382" sldId="265"/>
            <ac:picMk id="5" creationId="{B691F879-637C-59B1-F3CE-C9C2F9B7AAF6}"/>
          </ac:picMkLst>
        </pc:picChg>
        <pc:picChg chg="add mod ord">
          <ac:chgData name="Desai, Preet Paras" userId="S::pxd210046@utdallas.edu::116f3e39-7cc8-485e-9987-968b2e989fdf" providerId="AD" clId="Web-{D09EAA35-17B3-63DC-67CB-F3741B38D2A1}" dt="2024-04-30T07:52:24.481" v="129" actId="1076"/>
          <ac:picMkLst>
            <pc:docMk/>
            <pc:sldMk cId="3732419382" sldId="265"/>
            <ac:picMk id="10" creationId="{589D1B17-8310-3336-A0E9-0A558DF757A6}"/>
          </ac:picMkLst>
        </pc:picChg>
        <pc:picChg chg="add mod">
          <ac:chgData name="Desai, Preet Paras" userId="S::pxd210046@utdallas.edu::116f3e39-7cc8-485e-9987-968b2e989fdf" providerId="AD" clId="Web-{D09EAA35-17B3-63DC-67CB-F3741B38D2A1}" dt="2024-04-30T07:52:19.544" v="127" actId="1076"/>
          <ac:picMkLst>
            <pc:docMk/>
            <pc:sldMk cId="3732419382" sldId="265"/>
            <ac:picMk id="11" creationId="{06835289-AF24-2CD7-FB12-B9D70E0FC046}"/>
          </ac:picMkLst>
        </pc:picChg>
        <pc:picChg chg="add del mod">
          <ac:chgData name="Desai, Preet Paras" userId="S::pxd210046@utdallas.edu::116f3e39-7cc8-485e-9987-968b2e989fdf" providerId="AD" clId="Web-{D09EAA35-17B3-63DC-67CB-F3741B38D2A1}" dt="2024-04-30T07:52:14.965" v="125"/>
          <ac:picMkLst>
            <pc:docMk/>
            <pc:sldMk cId="3732419382" sldId="265"/>
            <ac:picMk id="12" creationId="{CA65FD8B-10A7-59C2-29ED-A11C288EC057}"/>
          </ac:picMkLst>
        </pc:picChg>
      </pc:sldChg>
      <pc:sldChg chg="addSp delSp modSp new del mod ord setBg addAnim">
        <pc:chgData name="Desai, Preet Paras" userId="S::pxd210046@utdallas.edu::116f3e39-7cc8-485e-9987-968b2e989fdf" providerId="AD" clId="Web-{D09EAA35-17B3-63DC-67CB-F3741B38D2A1}" dt="2024-04-30T21:59:54.994" v="244"/>
        <pc:sldMkLst>
          <pc:docMk/>
          <pc:sldMk cId="1938145943" sldId="266"/>
        </pc:sldMkLst>
        <pc:spChg chg="mod">
          <ac:chgData name="Desai, Preet Paras" userId="S::pxd210046@utdallas.edu::116f3e39-7cc8-485e-9987-968b2e989fdf" providerId="AD" clId="Web-{D09EAA35-17B3-63DC-67CB-F3741B38D2A1}" dt="2024-04-30T21:47:47.993" v="243" actId="20577"/>
          <ac:spMkLst>
            <pc:docMk/>
            <pc:sldMk cId="1938145943" sldId="266"/>
            <ac:spMk id="2" creationId="{52BE633F-9D94-0228-172B-5C87441D629F}"/>
          </ac:spMkLst>
        </pc:spChg>
        <pc:spChg chg="add del mod">
          <ac:chgData name="Desai, Preet Paras" userId="S::pxd210046@utdallas.edu::116f3e39-7cc8-485e-9987-968b2e989fdf" providerId="AD" clId="Web-{D09EAA35-17B3-63DC-67CB-F3741B38D2A1}" dt="2024-04-30T07:56:41.116" v="205"/>
          <ac:spMkLst>
            <pc:docMk/>
            <pc:sldMk cId="1938145943" sldId="266"/>
            <ac:spMk id="3" creationId="{86C1654D-E268-BC7B-0F65-78D47B551388}"/>
          </ac:spMkLst>
        </pc:spChg>
        <pc:spChg chg="add del">
          <ac:chgData name="Desai, Preet Paras" userId="S::pxd210046@utdallas.edu::116f3e39-7cc8-485e-9987-968b2e989fdf" providerId="AD" clId="Web-{D09EAA35-17B3-63DC-67CB-F3741B38D2A1}" dt="2024-04-30T07:54:55.737" v="172"/>
          <ac:spMkLst>
            <pc:docMk/>
            <pc:sldMk cId="1938145943" sldId="266"/>
            <ac:spMk id="9" creationId="{5C8908E2-EE49-44D2-9428-A28D2312A8D5}"/>
          </ac:spMkLst>
        </pc:spChg>
        <pc:spChg chg="add del">
          <ac:chgData name="Desai, Preet Paras" userId="S::pxd210046@utdallas.edu::116f3e39-7cc8-485e-9987-968b2e989fdf" providerId="AD" clId="Web-{D09EAA35-17B3-63DC-67CB-F3741B38D2A1}" dt="2024-04-30T07:54:55.737" v="172"/>
          <ac:spMkLst>
            <pc:docMk/>
            <pc:sldMk cId="1938145943" sldId="266"/>
            <ac:spMk id="15" creationId="{7449A6C7-D15F-4AA5-BFA5-71A404B47016}"/>
          </ac:spMkLst>
        </pc:spChg>
        <pc:spChg chg="add del">
          <ac:chgData name="Desai, Preet Paras" userId="S::pxd210046@utdallas.edu::116f3e39-7cc8-485e-9987-968b2e989fdf" providerId="AD" clId="Web-{D09EAA35-17B3-63DC-67CB-F3741B38D2A1}" dt="2024-04-30T07:54:55.737" v="172"/>
          <ac:spMkLst>
            <pc:docMk/>
            <pc:sldMk cId="1938145943" sldId="266"/>
            <ac:spMk id="17" creationId="{ED888B23-07FA-482A-96DF-47E31AF1A603}"/>
          </ac:spMkLst>
        </pc:spChg>
        <pc:grpChg chg="add del">
          <ac:chgData name="Desai, Preet Paras" userId="S::pxd210046@utdallas.edu::116f3e39-7cc8-485e-9987-968b2e989fdf" providerId="AD" clId="Web-{D09EAA35-17B3-63DC-67CB-F3741B38D2A1}" dt="2024-04-30T07:54:55.737" v="172"/>
          <ac:grpSpMkLst>
            <pc:docMk/>
            <pc:sldMk cId="1938145943" sldId="266"/>
            <ac:grpSpMk id="11" creationId="{05314994-6337-4875-8CF5-652CAFE8342C}"/>
          </ac:grpSpMkLst>
        </pc:grpChg>
        <pc:graphicFrameChg chg="add del">
          <ac:chgData name="Desai, Preet Paras" userId="S::pxd210046@utdallas.edu::116f3e39-7cc8-485e-9987-968b2e989fdf" providerId="AD" clId="Web-{D09EAA35-17B3-63DC-67CB-F3741B38D2A1}" dt="2024-04-30T07:54:55.737" v="172"/>
          <ac:graphicFrameMkLst>
            <pc:docMk/>
            <pc:sldMk cId="1938145943" sldId="266"/>
            <ac:graphicFrameMk id="5" creationId="{0D7B66F9-628D-45CB-2272-41F041AEA926}"/>
          </ac:graphicFrameMkLst>
        </pc:graphicFrameChg>
        <pc:graphicFrameChg chg="add">
          <ac:chgData name="Desai, Preet Paras" userId="S::pxd210046@utdallas.edu::116f3e39-7cc8-485e-9987-968b2e989fdf" providerId="AD" clId="Web-{D09EAA35-17B3-63DC-67CB-F3741B38D2A1}" dt="2024-04-30T07:56:41.116" v="205"/>
          <ac:graphicFrameMkLst>
            <pc:docMk/>
            <pc:sldMk cId="1938145943" sldId="266"/>
            <ac:graphicFrameMk id="6" creationId="{1CA0AC76-52DE-73C4-D827-4D3EAF477963}"/>
          </ac:graphicFrameMkLst>
        </pc:graphicFrameChg>
        <pc:graphicFrameChg chg="add del">
          <ac:chgData name="Desai, Preet Paras" userId="S::pxd210046@utdallas.edu::116f3e39-7cc8-485e-9987-968b2e989fdf" providerId="AD" clId="Web-{D09EAA35-17B3-63DC-67CB-F3741B38D2A1}" dt="2024-04-30T07:55:50.411" v="174"/>
          <ac:graphicFrameMkLst>
            <pc:docMk/>
            <pc:sldMk cId="1938145943" sldId="266"/>
            <ac:graphicFrameMk id="19" creationId="{DDE0AC9A-6FD1-83F9-1ECA-974682089FC5}"/>
          </ac:graphicFrameMkLst>
        </pc:graphicFrameChg>
      </pc:sldChg>
      <pc:sldChg chg="ord">
        <pc:chgData name="Desai, Preet Paras" userId="S::pxd210046@utdallas.edu::116f3e39-7cc8-485e-9987-968b2e989fdf" providerId="AD" clId="Web-{D09EAA35-17B3-63DC-67CB-F3741B38D2A1}" dt="2024-04-30T18:23:49.440" v="209"/>
        <pc:sldMkLst>
          <pc:docMk/>
          <pc:sldMk cId="2169385838" sldId="271"/>
        </pc:sldMkLst>
      </pc:sldChg>
      <pc:sldChg chg="addSp modSp">
        <pc:chgData name="Desai, Preet Paras" userId="S::pxd210046@utdallas.edu::116f3e39-7cc8-485e-9987-968b2e989fdf" providerId="AD" clId="Web-{D09EAA35-17B3-63DC-67CB-F3741B38D2A1}" dt="2024-04-30T23:02:24.959" v="467" actId="1076"/>
        <pc:sldMkLst>
          <pc:docMk/>
          <pc:sldMk cId="1449443137" sldId="274"/>
        </pc:sldMkLst>
        <pc:spChg chg="add mod">
          <ac:chgData name="Desai, Preet Paras" userId="S::pxd210046@utdallas.edu::116f3e39-7cc8-485e-9987-968b2e989fdf" providerId="AD" clId="Web-{D09EAA35-17B3-63DC-67CB-F3741B38D2A1}" dt="2024-04-30T23:02:24.959" v="467" actId="1076"/>
          <ac:spMkLst>
            <pc:docMk/>
            <pc:sldMk cId="1449443137" sldId="274"/>
            <ac:spMk id="3" creationId="{E38C1237-8F40-3C86-CD3F-EA35B3787C9D}"/>
          </ac:spMkLst>
        </pc:spChg>
      </pc:sldChg>
    </pc:docChg>
  </pc:docChgLst>
  <pc:docChgLst>
    <pc:chgData name="Dharam, Tanmayee Ashok" userId="S::txd220006@utdallas.edu::84d982b6-f11a-4b6e-b221-2c1409f68706" providerId="AD" clId="Web-{53B249D6-3518-45B5-9347-66DF11BE1C49}"/>
    <pc:docChg chg="modSld">
      <pc:chgData name="Dharam, Tanmayee Ashok" userId="S::txd220006@utdallas.edu::84d982b6-f11a-4b6e-b221-2c1409f68706" providerId="AD" clId="Web-{53B249D6-3518-45B5-9347-66DF11BE1C49}" dt="2024-04-30T17:10:38.309" v="29" actId="20577"/>
      <pc:docMkLst>
        <pc:docMk/>
      </pc:docMkLst>
      <pc:sldChg chg="addSp delSp modSp">
        <pc:chgData name="Dharam, Tanmayee Ashok" userId="S::txd220006@utdallas.edu::84d982b6-f11a-4b6e-b221-2c1409f68706" providerId="AD" clId="Web-{53B249D6-3518-45B5-9347-66DF11BE1C49}" dt="2024-04-30T17:08:48.211" v="3"/>
        <pc:sldMkLst>
          <pc:docMk/>
          <pc:sldMk cId="1073684111" sldId="258"/>
        </pc:sldMkLst>
        <pc:spChg chg="mod">
          <ac:chgData name="Dharam, Tanmayee Ashok" userId="S::txd220006@utdallas.edu::84d982b6-f11a-4b6e-b221-2c1409f68706" providerId="AD" clId="Web-{53B249D6-3518-45B5-9347-66DF11BE1C49}" dt="2024-04-30T17:08:47.570" v="2" actId="14100"/>
          <ac:spMkLst>
            <pc:docMk/>
            <pc:sldMk cId="1073684111" sldId="258"/>
            <ac:spMk id="3" creationId="{EB3CA6D1-D630-DDC5-6C3A-6C4CFC463B8D}"/>
          </ac:spMkLst>
        </pc:spChg>
        <pc:spChg chg="add del">
          <ac:chgData name="Dharam, Tanmayee Ashok" userId="S::txd220006@utdallas.edu::84d982b6-f11a-4b6e-b221-2c1409f68706" providerId="AD" clId="Web-{53B249D6-3518-45B5-9347-66DF11BE1C49}" dt="2024-04-30T17:08:48.211" v="3"/>
          <ac:spMkLst>
            <pc:docMk/>
            <pc:sldMk cId="1073684111" sldId="258"/>
            <ac:spMk id="5" creationId="{3D520B00-579A-8035-BFE8-F5D0109974ED}"/>
          </ac:spMkLst>
        </pc:spChg>
      </pc:sldChg>
      <pc:sldChg chg="modSp">
        <pc:chgData name="Dharam, Tanmayee Ashok" userId="S::txd220006@utdallas.edu::84d982b6-f11a-4b6e-b221-2c1409f68706" providerId="AD" clId="Web-{53B249D6-3518-45B5-9347-66DF11BE1C49}" dt="2024-04-30T17:09:24.181" v="9" actId="1076"/>
        <pc:sldMkLst>
          <pc:docMk/>
          <pc:sldMk cId="2181605766" sldId="264"/>
        </pc:sldMkLst>
        <pc:spChg chg="mod">
          <ac:chgData name="Dharam, Tanmayee Ashok" userId="S::txd220006@utdallas.edu::84d982b6-f11a-4b6e-b221-2c1409f68706" providerId="AD" clId="Web-{53B249D6-3518-45B5-9347-66DF11BE1C49}" dt="2024-04-30T17:09:24.181" v="9" actId="1076"/>
          <ac:spMkLst>
            <pc:docMk/>
            <pc:sldMk cId="2181605766" sldId="264"/>
            <ac:spMk id="2" creationId="{7081D615-AF9C-CEC7-2576-427A25B33D74}"/>
          </ac:spMkLst>
        </pc:spChg>
      </pc:sldChg>
      <pc:sldChg chg="modSp">
        <pc:chgData name="Dharam, Tanmayee Ashok" userId="S::txd220006@utdallas.edu::84d982b6-f11a-4b6e-b221-2c1409f68706" providerId="AD" clId="Web-{53B249D6-3518-45B5-9347-66DF11BE1C49}" dt="2024-04-30T17:09:33.540" v="11" actId="20577"/>
        <pc:sldMkLst>
          <pc:docMk/>
          <pc:sldMk cId="3732419382" sldId="265"/>
        </pc:sldMkLst>
        <pc:spChg chg="mod">
          <ac:chgData name="Dharam, Tanmayee Ashok" userId="S::txd220006@utdallas.edu::84d982b6-f11a-4b6e-b221-2c1409f68706" providerId="AD" clId="Web-{53B249D6-3518-45B5-9347-66DF11BE1C49}" dt="2024-04-30T17:09:33.540" v="11" actId="20577"/>
          <ac:spMkLst>
            <pc:docMk/>
            <pc:sldMk cId="3732419382" sldId="265"/>
            <ac:spMk id="2" creationId="{A2A6CB3C-12C0-DAEB-3079-9F34D3DCD8EE}"/>
          </ac:spMkLst>
        </pc:spChg>
      </pc:sldChg>
      <pc:sldChg chg="modSp">
        <pc:chgData name="Dharam, Tanmayee Ashok" userId="S::txd220006@utdallas.edu::84d982b6-f11a-4b6e-b221-2c1409f68706" providerId="AD" clId="Web-{53B249D6-3518-45B5-9347-66DF11BE1C49}" dt="2024-04-30T17:09:43.056" v="13" actId="20577"/>
        <pc:sldMkLst>
          <pc:docMk/>
          <pc:sldMk cId="1938145943" sldId="266"/>
        </pc:sldMkLst>
        <pc:spChg chg="mod">
          <ac:chgData name="Dharam, Tanmayee Ashok" userId="S::txd220006@utdallas.edu::84d982b6-f11a-4b6e-b221-2c1409f68706" providerId="AD" clId="Web-{53B249D6-3518-45B5-9347-66DF11BE1C49}" dt="2024-04-30T17:09:43.056" v="13" actId="20577"/>
          <ac:spMkLst>
            <pc:docMk/>
            <pc:sldMk cId="1938145943" sldId="266"/>
            <ac:spMk id="2" creationId="{52BE633F-9D94-0228-172B-5C87441D629F}"/>
          </ac:spMkLst>
        </pc:spChg>
      </pc:sldChg>
      <pc:sldChg chg="modSp">
        <pc:chgData name="Dharam, Tanmayee Ashok" userId="S::txd220006@utdallas.edu::84d982b6-f11a-4b6e-b221-2c1409f68706" providerId="AD" clId="Web-{53B249D6-3518-45B5-9347-66DF11BE1C49}" dt="2024-04-30T17:09:54.822" v="17" actId="20577"/>
        <pc:sldMkLst>
          <pc:docMk/>
          <pc:sldMk cId="1699945019" sldId="267"/>
        </pc:sldMkLst>
        <pc:spChg chg="mod">
          <ac:chgData name="Dharam, Tanmayee Ashok" userId="S::txd220006@utdallas.edu::84d982b6-f11a-4b6e-b221-2c1409f68706" providerId="AD" clId="Web-{53B249D6-3518-45B5-9347-66DF11BE1C49}" dt="2024-04-30T17:09:54.822" v="17" actId="20577"/>
          <ac:spMkLst>
            <pc:docMk/>
            <pc:sldMk cId="1699945019" sldId="267"/>
            <ac:spMk id="2" creationId="{C50D91F6-3B2E-3077-A8BA-6F142C535498}"/>
          </ac:spMkLst>
        </pc:spChg>
      </pc:sldChg>
      <pc:sldChg chg="modSp">
        <pc:chgData name="Dharam, Tanmayee Ashok" userId="S::txd220006@utdallas.edu::84d982b6-f11a-4b6e-b221-2c1409f68706" providerId="AD" clId="Web-{53B249D6-3518-45B5-9347-66DF11BE1C49}" dt="2024-04-30T17:10:05.057" v="19" actId="20577"/>
        <pc:sldMkLst>
          <pc:docMk/>
          <pc:sldMk cId="3840055709" sldId="268"/>
        </pc:sldMkLst>
        <pc:spChg chg="mod">
          <ac:chgData name="Dharam, Tanmayee Ashok" userId="S::txd220006@utdallas.edu::84d982b6-f11a-4b6e-b221-2c1409f68706" providerId="AD" clId="Web-{53B249D6-3518-45B5-9347-66DF11BE1C49}" dt="2024-04-30T17:10:05.057" v="19" actId="20577"/>
          <ac:spMkLst>
            <pc:docMk/>
            <pc:sldMk cId="3840055709" sldId="268"/>
            <ac:spMk id="2" creationId="{F2F16924-650C-1CF2-475D-1E97B2F47AA8}"/>
          </ac:spMkLst>
        </pc:spChg>
      </pc:sldChg>
      <pc:sldChg chg="modSp">
        <pc:chgData name="Dharam, Tanmayee Ashok" userId="S::txd220006@utdallas.edu::84d982b6-f11a-4b6e-b221-2c1409f68706" providerId="AD" clId="Web-{53B249D6-3518-45B5-9347-66DF11BE1C49}" dt="2024-04-30T17:10:18.777" v="21" actId="20577"/>
        <pc:sldMkLst>
          <pc:docMk/>
          <pc:sldMk cId="3044150281" sldId="269"/>
        </pc:sldMkLst>
        <pc:spChg chg="mod">
          <ac:chgData name="Dharam, Tanmayee Ashok" userId="S::txd220006@utdallas.edu::84d982b6-f11a-4b6e-b221-2c1409f68706" providerId="AD" clId="Web-{53B249D6-3518-45B5-9347-66DF11BE1C49}" dt="2024-04-30T17:10:18.777" v="21" actId="20577"/>
          <ac:spMkLst>
            <pc:docMk/>
            <pc:sldMk cId="3044150281" sldId="269"/>
            <ac:spMk id="5" creationId="{28E14994-15C9-4427-1729-EB4A41D67A7B}"/>
          </ac:spMkLst>
        </pc:spChg>
      </pc:sldChg>
      <pc:sldChg chg="modSp">
        <pc:chgData name="Dharam, Tanmayee Ashok" userId="S::txd220006@utdallas.edu::84d982b6-f11a-4b6e-b221-2c1409f68706" providerId="AD" clId="Web-{53B249D6-3518-45B5-9347-66DF11BE1C49}" dt="2024-04-30T17:10:27.605" v="25" actId="20577"/>
        <pc:sldMkLst>
          <pc:docMk/>
          <pc:sldMk cId="339040733" sldId="270"/>
        </pc:sldMkLst>
        <pc:spChg chg="mod">
          <ac:chgData name="Dharam, Tanmayee Ashok" userId="S::txd220006@utdallas.edu::84d982b6-f11a-4b6e-b221-2c1409f68706" providerId="AD" clId="Web-{53B249D6-3518-45B5-9347-66DF11BE1C49}" dt="2024-04-30T17:10:27.605" v="25" actId="20577"/>
          <ac:spMkLst>
            <pc:docMk/>
            <pc:sldMk cId="339040733" sldId="270"/>
            <ac:spMk id="3" creationId="{657EAC4E-D782-0316-323C-B87CBF367898}"/>
          </ac:spMkLst>
        </pc:spChg>
      </pc:sldChg>
      <pc:sldChg chg="modSp">
        <pc:chgData name="Dharam, Tanmayee Ashok" userId="S::txd220006@utdallas.edu::84d982b6-f11a-4b6e-b221-2c1409f68706" providerId="AD" clId="Web-{53B249D6-3518-45B5-9347-66DF11BE1C49}" dt="2024-04-30T17:10:38.309" v="29" actId="20577"/>
        <pc:sldMkLst>
          <pc:docMk/>
          <pc:sldMk cId="2169385838" sldId="271"/>
        </pc:sldMkLst>
        <pc:spChg chg="mod">
          <ac:chgData name="Dharam, Tanmayee Ashok" userId="S::txd220006@utdallas.edu::84d982b6-f11a-4b6e-b221-2c1409f68706" providerId="AD" clId="Web-{53B249D6-3518-45B5-9347-66DF11BE1C49}" dt="2024-04-30T17:10:38.309" v="29" actId="20577"/>
          <ac:spMkLst>
            <pc:docMk/>
            <pc:sldMk cId="2169385838" sldId="271"/>
            <ac:spMk id="2" creationId="{6ACED000-6453-E7F0-1AFC-EFDB476C7220}"/>
          </ac:spMkLst>
        </pc:spChg>
      </pc:sldChg>
    </pc:docChg>
  </pc:docChgLst>
  <pc:docChgLst>
    <pc:chgData name="Dharam, Tanmayee Ashok" userId="S::txd220006@utdallas.edu::84d982b6-f11a-4b6e-b221-2c1409f68706" providerId="AD" clId="Web-{2FCBFCE0-E510-494B-B75C-452655836738}"/>
    <pc:docChg chg="modSld">
      <pc:chgData name="Dharam, Tanmayee Ashok" userId="S::txd220006@utdallas.edu::84d982b6-f11a-4b6e-b221-2c1409f68706" providerId="AD" clId="Web-{2FCBFCE0-E510-494B-B75C-452655836738}" dt="2024-04-30T06:34:47.491" v="41" actId="20577"/>
      <pc:docMkLst>
        <pc:docMk/>
      </pc:docMkLst>
      <pc:sldChg chg="addSp delSp modSp">
        <pc:chgData name="Dharam, Tanmayee Ashok" userId="S::txd220006@utdallas.edu::84d982b6-f11a-4b6e-b221-2c1409f68706" providerId="AD" clId="Web-{2FCBFCE0-E510-494B-B75C-452655836738}" dt="2024-04-30T06:34:47.491" v="41" actId="20577"/>
        <pc:sldMkLst>
          <pc:docMk/>
          <pc:sldMk cId="312295711" sldId="261"/>
        </pc:sldMkLst>
        <pc:spChg chg="mod">
          <ac:chgData name="Dharam, Tanmayee Ashok" userId="S::txd220006@utdallas.edu::84d982b6-f11a-4b6e-b221-2c1409f68706" providerId="AD" clId="Web-{2FCBFCE0-E510-494B-B75C-452655836738}" dt="2024-04-30T06:33:44.439" v="11" actId="1076"/>
          <ac:spMkLst>
            <pc:docMk/>
            <pc:sldMk cId="312295711" sldId="261"/>
            <ac:spMk id="3" creationId="{A23888AD-F28B-1568-12D6-58CA7C3D6487}"/>
          </ac:spMkLst>
        </pc:spChg>
        <pc:spChg chg="add del">
          <ac:chgData name="Dharam, Tanmayee Ashok" userId="S::txd220006@utdallas.edu::84d982b6-f11a-4b6e-b221-2c1409f68706" providerId="AD" clId="Web-{2FCBFCE0-E510-494B-B75C-452655836738}" dt="2024-04-30T06:33:24.344" v="9"/>
          <ac:spMkLst>
            <pc:docMk/>
            <pc:sldMk cId="312295711" sldId="261"/>
            <ac:spMk id="5" creationId="{0483CF5D-CC4F-0E27-C78E-A010BF2CB7C6}"/>
          </ac:spMkLst>
        </pc:spChg>
        <pc:spChg chg="add del mod">
          <ac:chgData name="Dharam, Tanmayee Ashok" userId="S::txd220006@utdallas.edu::84d982b6-f11a-4b6e-b221-2c1409f68706" providerId="AD" clId="Web-{2FCBFCE0-E510-494B-B75C-452655836738}" dt="2024-04-30T06:33:22.172" v="8"/>
          <ac:spMkLst>
            <pc:docMk/>
            <pc:sldMk cId="312295711" sldId="261"/>
            <ac:spMk id="6" creationId="{D9D446C6-9636-DA68-8358-D164D739F82F}"/>
          </ac:spMkLst>
        </pc:spChg>
        <pc:spChg chg="add del mod">
          <ac:chgData name="Dharam, Tanmayee Ashok" userId="S::txd220006@utdallas.edu::84d982b6-f11a-4b6e-b221-2c1409f68706" providerId="AD" clId="Web-{2FCBFCE0-E510-494B-B75C-452655836738}" dt="2024-04-30T06:33:19.906" v="7"/>
          <ac:spMkLst>
            <pc:docMk/>
            <pc:sldMk cId="312295711" sldId="261"/>
            <ac:spMk id="7" creationId="{EF038194-BB89-3933-F86B-3FB3F2DF83E6}"/>
          </ac:spMkLst>
        </pc:spChg>
        <pc:spChg chg="add mod">
          <ac:chgData name="Dharam, Tanmayee Ashok" userId="S::txd220006@utdallas.edu::84d982b6-f11a-4b6e-b221-2c1409f68706" providerId="AD" clId="Web-{2FCBFCE0-E510-494B-B75C-452655836738}" dt="2024-04-30T06:34:19.317" v="35" actId="20577"/>
          <ac:spMkLst>
            <pc:docMk/>
            <pc:sldMk cId="312295711" sldId="261"/>
            <ac:spMk id="8" creationId="{EF81A2EC-ABCE-ADAD-7771-9F58A75919A9}"/>
          </ac:spMkLst>
        </pc:spChg>
        <pc:spChg chg="add del mod">
          <ac:chgData name="Dharam, Tanmayee Ashok" userId="S::txd220006@utdallas.edu::84d982b6-f11a-4b6e-b221-2c1409f68706" providerId="AD" clId="Web-{2FCBFCE0-E510-494B-B75C-452655836738}" dt="2024-04-30T06:34:11.191" v="27"/>
          <ac:spMkLst>
            <pc:docMk/>
            <pc:sldMk cId="312295711" sldId="261"/>
            <ac:spMk id="9" creationId="{0483CF5D-CC4F-0E27-C78E-A010BF2CB7C6}"/>
          </ac:spMkLst>
        </pc:spChg>
        <pc:spChg chg="add mod">
          <ac:chgData name="Dharam, Tanmayee Ashok" userId="S::txd220006@utdallas.edu::84d982b6-f11a-4b6e-b221-2c1409f68706" providerId="AD" clId="Web-{2FCBFCE0-E510-494B-B75C-452655836738}" dt="2024-04-30T06:34:43.819" v="40" actId="20577"/>
          <ac:spMkLst>
            <pc:docMk/>
            <pc:sldMk cId="312295711" sldId="261"/>
            <ac:spMk id="10" creationId="{202BE25B-694B-94CC-F516-B70A38618FEF}"/>
          </ac:spMkLst>
        </pc:spChg>
        <pc:spChg chg="add mod">
          <ac:chgData name="Dharam, Tanmayee Ashok" userId="S::txd220006@utdallas.edu::84d982b6-f11a-4b6e-b221-2c1409f68706" providerId="AD" clId="Web-{2FCBFCE0-E510-494B-B75C-452655836738}" dt="2024-04-30T06:34:47.491" v="41" actId="20577"/>
          <ac:spMkLst>
            <pc:docMk/>
            <pc:sldMk cId="312295711" sldId="261"/>
            <ac:spMk id="11" creationId="{8F096AAC-8068-DF86-8563-95C74B333EC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6/20/2024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5258557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6515197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6/20/2024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9210397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6/20/2024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6580721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6/20/2024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64000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6/20/2024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181691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6/20/2024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8721905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5703619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5070645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799514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517208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6/20/2024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232006950"/>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microsoft.com/office/2011/relationships/webextension" Target="../webextensions/webextension1.xml"/><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public.tableau.com/views/CO2EmissionvsForestArea/Dashboard1?:language=en-US&amp;:sid=&amp;:display_count=n&amp;:origin=viz_share_link" TargetMode="Externa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5" name="Picture 4" descr="Smoke coming out of a smoke stack&#10;&#10;Description automatically generated">
            <a:extLst>
              <a:ext uri="{FF2B5EF4-FFF2-40B4-BE49-F238E27FC236}">
                <a16:creationId xmlns:a16="http://schemas.microsoft.com/office/drawing/2014/main" id="{90095D4E-DE0B-F9C5-8F19-770E4D1470AE}"/>
              </a:ext>
            </a:extLst>
          </p:cNvPr>
          <p:cNvPicPr>
            <a:picLocks noChangeAspect="1"/>
          </p:cNvPicPr>
          <p:nvPr/>
        </p:nvPicPr>
        <p:blipFill rotWithShape="1">
          <a:blip r:embed="rId2">
            <a:alphaModFix amt="40000"/>
          </a:blip>
          <a:srcRect r="226" b="1"/>
          <a:stretch/>
        </p:blipFill>
        <p:spPr>
          <a:xfrm>
            <a:off x="20" y="-1"/>
            <a:ext cx="12191980" cy="6873463"/>
          </a:xfrm>
          <a:prstGeom prst="rect">
            <a:avLst/>
          </a:prstGeom>
          <a:ln w="12700">
            <a:noFill/>
          </a:ln>
          <a:effectLst>
            <a:reflection stA="35000" endPos="35000" dir="5400000" sy="-100000" algn="bl" rotWithShape="0"/>
          </a:effectLst>
        </p:spPr>
      </p:pic>
      <p:sp>
        <p:nvSpPr>
          <p:cNvPr id="2" name="Title 1">
            <a:extLst>
              <a:ext uri="{FF2B5EF4-FFF2-40B4-BE49-F238E27FC236}">
                <a16:creationId xmlns:a16="http://schemas.microsoft.com/office/drawing/2014/main" id="{68514369-CBE7-3F95-DC45-188613C6CC14}"/>
              </a:ext>
            </a:extLst>
          </p:cNvPr>
          <p:cNvSpPr>
            <a:spLocks noGrp="1"/>
          </p:cNvSpPr>
          <p:nvPr>
            <p:ph type="title"/>
          </p:nvPr>
        </p:nvSpPr>
        <p:spPr>
          <a:xfrm>
            <a:off x="2290047" y="856131"/>
            <a:ext cx="7603066" cy="2141439"/>
          </a:xfrm>
        </p:spPr>
        <p:txBody>
          <a:bodyPr anchor="b">
            <a:normAutofit/>
          </a:bodyPr>
          <a:lstStyle/>
          <a:p>
            <a:pPr algn="ctr"/>
            <a:r>
              <a:rPr lang="en-US" sz="5400" b="1" i="1">
                <a:solidFill>
                  <a:srgbClr val="FFFFFF"/>
                </a:solidFill>
                <a:latin typeface="Calibri"/>
                <a:cs typeface="Calibri"/>
              </a:rPr>
              <a:t>Global CO2 Emissions</a:t>
            </a:r>
            <a:br>
              <a:rPr lang="en-US"/>
            </a:br>
            <a:endParaRPr lang="en-US">
              <a:solidFill>
                <a:srgbClr val="FFFFFF"/>
              </a:solidFill>
            </a:endParaRPr>
          </a:p>
        </p:txBody>
      </p:sp>
      <p:sp>
        <p:nvSpPr>
          <p:cNvPr id="41" name="Content Placeholder 2">
            <a:extLst>
              <a:ext uri="{FF2B5EF4-FFF2-40B4-BE49-F238E27FC236}">
                <a16:creationId xmlns:a16="http://schemas.microsoft.com/office/drawing/2014/main" id="{A114BF29-E23C-F332-5A42-42503B1D9291}"/>
              </a:ext>
            </a:extLst>
          </p:cNvPr>
          <p:cNvSpPr>
            <a:spLocks noGrp="1"/>
          </p:cNvSpPr>
          <p:nvPr>
            <p:ph idx="1"/>
          </p:nvPr>
        </p:nvSpPr>
        <p:spPr>
          <a:xfrm>
            <a:off x="7168964" y="4000002"/>
            <a:ext cx="5190066" cy="2016586"/>
          </a:xfrm>
        </p:spPr>
        <p:txBody>
          <a:bodyPr vert="horz" lIns="91440" tIns="45720" rIns="91440" bIns="45720" rtlCol="0" anchor="t">
            <a:noAutofit/>
          </a:bodyPr>
          <a:lstStyle/>
          <a:p>
            <a:pPr marL="0" indent="0">
              <a:buNone/>
            </a:pPr>
            <a:r>
              <a:rPr lang="en-US" sz="1800" i="1">
                <a:latin typeface="Calibri"/>
                <a:ea typeface="+mn-lt"/>
                <a:cs typeface="+mn-lt"/>
              </a:rPr>
              <a:t>By Group 6</a:t>
            </a:r>
            <a:endParaRPr lang="en-US" sz="1800">
              <a:latin typeface="Calibri"/>
              <a:cs typeface="Calibri"/>
            </a:endParaRPr>
          </a:p>
          <a:p>
            <a:pPr marL="342900" indent="-342900" algn="just">
              <a:buAutoNum type="arabicPeriod"/>
            </a:pPr>
            <a:r>
              <a:rPr lang="en-US" sz="1800" i="1">
                <a:latin typeface="Calibri"/>
                <a:ea typeface="+mn-lt"/>
                <a:cs typeface="+mn-lt"/>
              </a:rPr>
              <a:t>Gopi Krishna Sajja  (GXS220009) </a:t>
            </a:r>
            <a:endParaRPr lang="en-US" sz="1800">
              <a:latin typeface="Calibri"/>
              <a:cs typeface="Calibri"/>
            </a:endParaRPr>
          </a:p>
          <a:p>
            <a:pPr marL="0" indent="0" algn="just">
              <a:buNone/>
            </a:pPr>
            <a:r>
              <a:rPr lang="en-US" sz="1800">
                <a:latin typeface="Calibri"/>
                <a:ea typeface="+mn-lt"/>
                <a:cs typeface="+mn-lt"/>
              </a:rPr>
              <a:t>2.    </a:t>
            </a:r>
            <a:r>
              <a:rPr lang="en-US" sz="1800" i="1">
                <a:latin typeface="Calibri"/>
                <a:ea typeface="+mn-lt"/>
                <a:cs typeface="+mn-lt"/>
              </a:rPr>
              <a:t>Preet Paras Desa (PXD</a:t>
            </a:r>
            <a:r>
              <a:rPr lang="en-US" sz="1800">
                <a:latin typeface="Calibri"/>
                <a:ea typeface="+mn-lt"/>
                <a:cs typeface="+mn-lt"/>
              </a:rPr>
              <a:t>210046)</a:t>
            </a:r>
            <a:endParaRPr lang="en-US" sz="1800">
              <a:latin typeface="Calibri"/>
              <a:cs typeface="Calibri"/>
            </a:endParaRPr>
          </a:p>
          <a:p>
            <a:pPr marL="0" indent="0" algn="just">
              <a:buNone/>
            </a:pPr>
            <a:r>
              <a:rPr lang="en-US" sz="1800">
                <a:latin typeface="Calibri"/>
                <a:ea typeface="+mn-lt"/>
                <a:cs typeface="+mn-lt"/>
              </a:rPr>
              <a:t>3.    </a:t>
            </a:r>
            <a:r>
              <a:rPr lang="en-US" sz="1800" i="1">
                <a:latin typeface="Calibri"/>
                <a:ea typeface="+mn-lt"/>
                <a:cs typeface="+mn-lt"/>
              </a:rPr>
              <a:t>Snehal S </a:t>
            </a:r>
            <a:r>
              <a:rPr lang="en-US" sz="1800" i="1" err="1">
                <a:latin typeface="Calibri"/>
                <a:ea typeface="+mn-lt"/>
                <a:cs typeface="+mn-lt"/>
              </a:rPr>
              <a:t>Khapte</a:t>
            </a:r>
            <a:r>
              <a:rPr lang="en-US" sz="1800" i="1">
                <a:latin typeface="Calibri"/>
                <a:ea typeface="+mn-lt"/>
                <a:cs typeface="+mn-lt"/>
              </a:rPr>
              <a:t> (SXK</a:t>
            </a:r>
            <a:r>
              <a:rPr lang="en-US" sz="1800">
                <a:latin typeface="Calibri"/>
                <a:ea typeface="+mn-lt"/>
                <a:cs typeface="+mn-lt"/>
              </a:rPr>
              <a:t>220022)</a:t>
            </a:r>
            <a:endParaRPr lang="en-US" sz="1800">
              <a:latin typeface="Calibri"/>
              <a:cs typeface="Calibri"/>
            </a:endParaRPr>
          </a:p>
          <a:p>
            <a:pPr marL="0" indent="0" algn="just">
              <a:buNone/>
            </a:pPr>
            <a:r>
              <a:rPr lang="en-US" sz="1800">
                <a:latin typeface="Calibri"/>
                <a:ea typeface="+mn-lt"/>
                <a:cs typeface="+mn-lt"/>
              </a:rPr>
              <a:t>4.    </a:t>
            </a:r>
            <a:r>
              <a:rPr lang="en-US" sz="1800" i="1">
                <a:latin typeface="Calibri"/>
                <a:ea typeface="+mn-lt"/>
                <a:cs typeface="+mn-lt"/>
              </a:rPr>
              <a:t>Tanmayee Ashok Dharam (TXD220006)</a:t>
            </a:r>
            <a:endParaRPr lang="en-US" sz="1800">
              <a:latin typeface="Calibri"/>
              <a:cs typeface="Calibri"/>
            </a:endParaRPr>
          </a:p>
          <a:p>
            <a:pPr marL="0" indent="0" algn="just">
              <a:buNone/>
            </a:pPr>
            <a:r>
              <a:rPr lang="en-US" sz="1800">
                <a:latin typeface="Calibri"/>
                <a:ea typeface="+mn-lt"/>
                <a:cs typeface="+mn-lt"/>
              </a:rPr>
              <a:t>5.    </a:t>
            </a:r>
            <a:r>
              <a:rPr lang="en-US" sz="1800" i="1">
                <a:latin typeface="Calibri"/>
                <a:ea typeface="+mn-lt"/>
                <a:cs typeface="+mn-lt"/>
              </a:rPr>
              <a:t>Venkat Keerthan Boddu (VXB</a:t>
            </a:r>
            <a:r>
              <a:rPr lang="en-US" sz="1800">
                <a:latin typeface="Calibri"/>
                <a:ea typeface="+mn-lt"/>
                <a:cs typeface="+mn-lt"/>
              </a:rPr>
              <a:t>210054)</a:t>
            </a:r>
            <a:endParaRPr lang="en-US" sz="1800">
              <a:latin typeface="Calibri"/>
            </a:endParaRPr>
          </a:p>
          <a:p>
            <a:pPr algn="ctr">
              <a:buAutoNum type="arabicPeriod"/>
            </a:pPr>
            <a:endParaRPr lang="en-US">
              <a:solidFill>
                <a:srgbClr val="FFFFFF"/>
              </a:solidFill>
            </a:endParaRPr>
          </a:p>
        </p:txBody>
      </p:sp>
    </p:spTree>
    <p:extLst>
      <p:ext uri="{BB962C8B-B14F-4D97-AF65-F5344CB8AC3E}">
        <p14:creationId xmlns:p14="http://schemas.microsoft.com/office/powerpoint/2010/main" val="262333037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AD96FDFD-4E42-4A06-B8B5-768A1DB9C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5DC274-70E9-0961-73D0-9E6481DD7243}"/>
              </a:ext>
            </a:extLst>
          </p:cNvPr>
          <p:cNvSpPr>
            <a:spLocks noGrp="1"/>
          </p:cNvSpPr>
          <p:nvPr>
            <p:ph type="title"/>
          </p:nvPr>
        </p:nvSpPr>
        <p:spPr>
          <a:xfrm>
            <a:off x="971368" y="371719"/>
            <a:ext cx="6161682" cy="1001989"/>
          </a:xfrm>
        </p:spPr>
        <p:txBody>
          <a:bodyPr anchor="b">
            <a:normAutofit/>
          </a:bodyPr>
          <a:lstStyle/>
          <a:p>
            <a:r>
              <a:rPr lang="en-US" i="1"/>
              <a:t>Introduction</a:t>
            </a:r>
          </a:p>
        </p:txBody>
      </p:sp>
      <p:sp>
        <p:nvSpPr>
          <p:cNvPr id="3" name="Content Placeholder 2">
            <a:extLst>
              <a:ext uri="{FF2B5EF4-FFF2-40B4-BE49-F238E27FC236}">
                <a16:creationId xmlns:a16="http://schemas.microsoft.com/office/drawing/2014/main" id="{EB3CA6D1-D630-DDC5-6C3A-6C4CFC463B8D}"/>
              </a:ext>
            </a:extLst>
          </p:cNvPr>
          <p:cNvSpPr>
            <a:spLocks noGrp="1"/>
          </p:cNvSpPr>
          <p:nvPr>
            <p:ph idx="1"/>
          </p:nvPr>
        </p:nvSpPr>
        <p:spPr>
          <a:xfrm>
            <a:off x="717368" y="1908385"/>
            <a:ext cx="5218113" cy="5677484"/>
          </a:xfrm>
        </p:spPr>
        <p:txBody>
          <a:bodyPr vert="horz" lIns="91440" tIns="45720" rIns="91440" bIns="45720" rtlCol="0" anchor="t">
            <a:noAutofit/>
          </a:bodyPr>
          <a:lstStyle/>
          <a:p>
            <a:r>
              <a:rPr lang="en-US" sz="2100">
                <a:latin typeface="Calibri"/>
                <a:ea typeface="+mn-lt"/>
                <a:cs typeface="+mn-lt"/>
              </a:rPr>
              <a:t>Examine carbon emissions</a:t>
            </a:r>
          </a:p>
          <a:p>
            <a:pPr marL="0" indent="0">
              <a:buNone/>
            </a:pPr>
            <a:endParaRPr lang="en-US" sz="2100">
              <a:latin typeface="Calibri"/>
              <a:ea typeface="+mn-lt"/>
              <a:cs typeface="+mn-lt"/>
            </a:endParaRPr>
          </a:p>
          <a:p>
            <a:r>
              <a:rPr lang="en-US" sz="2100">
                <a:latin typeface="Calibri"/>
                <a:ea typeface="+mn-lt"/>
                <a:cs typeface="+mn-lt"/>
              </a:rPr>
              <a:t>Waste, Industrial Combustion, and Power Industry across multiple countries.</a:t>
            </a:r>
          </a:p>
          <a:p>
            <a:endParaRPr lang="en-US" sz="2100">
              <a:latin typeface="Calibri"/>
              <a:ea typeface="+mn-lt"/>
              <a:cs typeface="+mn-lt"/>
            </a:endParaRPr>
          </a:p>
          <a:p>
            <a:r>
              <a:rPr lang="en-US" sz="2100">
                <a:latin typeface="Calibri"/>
                <a:ea typeface="+mn-lt"/>
                <a:cs typeface="+mn-lt"/>
              </a:rPr>
              <a:t>Identified the countries with the highest and lowest Carbon emissions in these sectors.</a:t>
            </a:r>
          </a:p>
          <a:p>
            <a:r>
              <a:rPr lang="en-US" sz="2100">
                <a:latin typeface="Calibri"/>
                <a:ea typeface="+mn-lt"/>
                <a:cs typeface="+mn-lt"/>
              </a:rPr>
              <a:t>Impact on global temperature. </a:t>
            </a:r>
          </a:p>
          <a:p>
            <a:endParaRPr lang="en-US" sz="2100">
              <a:latin typeface="Calibri"/>
              <a:ea typeface="+mn-lt"/>
              <a:cs typeface="+mn-lt"/>
            </a:endParaRPr>
          </a:p>
          <a:p>
            <a:r>
              <a:rPr lang="en-US" sz="2100">
                <a:latin typeface="Calibri"/>
                <a:ea typeface="+mn-lt"/>
                <a:cs typeface="+mn-lt"/>
              </a:rPr>
              <a:t>Drivers of carbon emissions.</a:t>
            </a:r>
            <a:endParaRPr lang="en-US" sz="2100">
              <a:latin typeface="Calibri"/>
              <a:ea typeface="Calibri"/>
              <a:cs typeface="Calibri"/>
            </a:endParaRPr>
          </a:p>
        </p:txBody>
      </p:sp>
      <p:pic>
        <p:nvPicPr>
          <p:cNvPr id="16" name="Picture 15" descr="High Temperature Photos and Images ...">
            <a:extLst>
              <a:ext uri="{FF2B5EF4-FFF2-40B4-BE49-F238E27FC236}">
                <a16:creationId xmlns:a16="http://schemas.microsoft.com/office/drawing/2014/main" id="{8886B38E-9497-2156-9734-151E8A45ADB6}"/>
              </a:ext>
            </a:extLst>
          </p:cNvPr>
          <p:cNvPicPr>
            <a:picLocks noChangeAspect="1"/>
          </p:cNvPicPr>
          <p:nvPr/>
        </p:nvPicPr>
        <p:blipFill rotWithShape="1">
          <a:blip r:embed="rId2"/>
          <a:srcRect r="13909" b="9022"/>
          <a:stretch/>
        </p:blipFill>
        <p:spPr>
          <a:xfrm>
            <a:off x="8464874" y="3967215"/>
            <a:ext cx="3731630" cy="2889852"/>
          </a:xfrm>
          <a:custGeom>
            <a:avLst/>
            <a:gdLst/>
            <a:ahLst/>
            <a:cxnLst/>
            <a:rect l="l" t="t" r="r" b="b"/>
            <a:pathLst>
              <a:path w="3747932" h="3176541">
                <a:moveTo>
                  <a:pt x="3239865" y="21"/>
                </a:moveTo>
                <a:cubicBezTo>
                  <a:pt x="3261821" y="112"/>
                  <a:pt x="3278837" y="498"/>
                  <a:pt x="3290337" y="938"/>
                </a:cubicBezTo>
                <a:cubicBezTo>
                  <a:pt x="3401766" y="5376"/>
                  <a:pt x="3510165" y="23128"/>
                  <a:pt x="3616543" y="49449"/>
                </a:cubicBezTo>
                <a:lnTo>
                  <a:pt x="3747932" y="87091"/>
                </a:lnTo>
                <a:lnTo>
                  <a:pt x="3747932" y="3176541"/>
                </a:lnTo>
                <a:lnTo>
                  <a:pt x="401358" y="3176541"/>
                </a:lnTo>
                <a:lnTo>
                  <a:pt x="398780" y="3136258"/>
                </a:lnTo>
                <a:cubicBezTo>
                  <a:pt x="400956" y="3079023"/>
                  <a:pt x="437945" y="3052703"/>
                  <a:pt x="483325" y="3030665"/>
                </a:cubicBezTo>
                <a:cubicBezTo>
                  <a:pt x="498866" y="3023015"/>
                  <a:pt x="520932" y="3023320"/>
                  <a:pt x="526840" y="2999447"/>
                </a:cubicBezTo>
                <a:cubicBezTo>
                  <a:pt x="501352" y="2976798"/>
                  <a:pt x="470270" y="2995161"/>
                  <a:pt x="442916" y="2988735"/>
                </a:cubicBezTo>
                <a:cubicBezTo>
                  <a:pt x="420228" y="2983533"/>
                  <a:pt x="382618" y="2986286"/>
                  <a:pt x="413701" y="2944662"/>
                </a:cubicBezTo>
                <a:cubicBezTo>
                  <a:pt x="422716" y="2932726"/>
                  <a:pt x="412147" y="2923542"/>
                  <a:pt x="400645" y="2922625"/>
                </a:cubicBezTo>
                <a:cubicBezTo>
                  <a:pt x="308644" y="2913137"/>
                  <a:pt x="350915" y="2828968"/>
                  <a:pt x="321386" y="2784590"/>
                </a:cubicBezTo>
                <a:cubicBezTo>
                  <a:pt x="313307" y="2772348"/>
                  <a:pt x="322010" y="2751230"/>
                  <a:pt x="334753" y="2746027"/>
                </a:cubicBezTo>
                <a:cubicBezTo>
                  <a:pt x="416187" y="2711746"/>
                  <a:pt x="427377" y="2630027"/>
                  <a:pt x="466852" y="2559632"/>
                </a:cubicBezTo>
                <a:cubicBezTo>
                  <a:pt x="423957" y="2531782"/>
                  <a:pt x="372673" y="2525661"/>
                  <a:pt x="326361" y="2507602"/>
                </a:cubicBezTo>
                <a:cubicBezTo>
                  <a:pt x="278183" y="2488626"/>
                  <a:pt x="278183" y="2474547"/>
                  <a:pt x="317968" y="2419457"/>
                </a:cubicBezTo>
                <a:cubicBezTo>
                  <a:pt x="214465" y="2407519"/>
                  <a:pt x="214465" y="2407519"/>
                  <a:pt x="246479" y="2320903"/>
                </a:cubicBezTo>
                <a:cubicBezTo>
                  <a:pt x="159758" y="2312945"/>
                  <a:pt x="102570" y="2271933"/>
                  <a:pt x="89205" y="2182255"/>
                </a:cubicBezTo>
                <a:cubicBezTo>
                  <a:pt x="82677" y="2138795"/>
                  <a:pt x="43514" y="2118290"/>
                  <a:pt x="0" y="2089213"/>
                </a:cubicBezTo>
                <a:cubicBezTo>
                  <a:pt x="54081" y="2061053"/>
                  <a:pt x="90759" y="2002290"/>
                  <a:pt x="153855" y="2064423"/>
                </a:cubicBezTo>
                <a:cubicBezTo>
                  <a:pt x="176855" y="2087070"/>
                  <a:pt x="174683" y="2058300"/>
                  <a:pt x="177788" y="2050037"/>
                </a:cubicBezTo>
                <a:cubicBezTo>
                  <a:pt x="185247" y="2029838"/>
                  <a:pt x="169707" y="2016369"/>
                  <a:pt x="159450" y="2001067"/>
                </a:cubicBezTo>
                <a:cubicBezTo>
                  <a:pt x="149504" y="1985763"/>
                  <a:pt x="137691" y="1969543"/>
                  <a:pt x="134895" y="1952400"/>
                </a:cubicBezTo>
                <a:cubicBezTo>
                  <a:pt x="133031" y="1940465"/>
                  <a:pt x="142044" y="1923021"/>
                  <a:pt x="151990" y="1914144"/>
                </a:cubicBezTo>
                <a:cubicBezTo>
                  <a:pt x="204209" y="1867316"/>
                  <a:pt x="173127" y="1762030"/>
                  <a:pt x="271969" y="1748562"/>
                </a:cubicBezTo>
                <a:cubicBezTo>
                  <a:pt x="316415" y="1742443"/>
                  <a:pt x="337860" y="1703878"/>
                  <a:pt x="370497" y="1682760"/>
                </a:cubicBezTo>
                <a:cubicBezTo>
                  <a:pt x="483946" y="1608999"/>
                  <a:pt x="559787" y="1514119"/>
                  <a:pt x="594908" y="1383735"/>
                </a:cubicBezTo>
                <a:cubicBezTo>
                  <a:pt x="604543" y="1347620"/>
                  <a:pt x="641532" y="1318542"/>
                  <a:pt x="665465" y="1286713"/>
                </a:cubicBezTo>
                <a:cubicBezTo>
                  <a:pt x="653963" y="1263452"/>
                  <a:pt x="591178" y="1313647"/>
                  <a:pt x="613246" y="1252435"/>
                </a:cubicBezTo>
                <a:cubicBezTo>
                  <a:pt x="630030" y="1206524"/>
                  <a:pt x="672925" y="1178060"/>
                  <a:pt x="713332" y="1150820"/>
                </a:cubicBezTo>
                <a:cubicBezTo>
                  <a:pt x="759333" y="1119908"/>
                  <a:pt x="810307" y="1095117"/>
                  <a:pt x="831133" y="1037883"/>
                </a:cubicBezTo>
                <a:cubicBezTo>
                  <a:pt x="835485" y="1025640"/>
                  <a:pt x="849470" y="1012785"/>
                  <a:pt x="861903" y="1007887"/>
                </a:cubicBezTo>
                <a:cubicBezTo>
                  <a:pt x="1469751" y="63584"/>
                  <a:pt x="2910527" y="-1353"/>
                  <a:pt x="3239865" y="21"/>
                </a:cubicBezTo>
                <a:close/>
              </a:path>
            </a:pathLst>
          </a:custGeom>
        </p:spPr>
      </p:pic>
      <p:pic>
        <p:nvPicPr>
          <p:cNvPr id="10" name="Picture 9" descr="Just 5% of the World's Power Plants are Responsible for 73% of Energy  Sector Carbon Emissions | Earth.Org">
            <a:extLst>
              <a:ext uri="{FF2B5EF4-FFF2-40B4-BE49-F238E27FC236}">
                <a16:creationId xmlns:a16="http://schemas.microsoft.com/office/drawing/2014/main" id="{4C020CC8-7CB3-9ECF-0F0A-88B83E103008}"/>
              </a:ext>
            </a:extLst>
          </p:cNvPr>
          <p:cNvPicPr>
            <a:picLocks noChangeAspect="1"/>
          </p:cNvPicPr>
          <p:nvPr/>
        </p:nvPicPr>
        <p:blipFill rotWithShape="1">
          <a:blip r:embed="rId3"/>
          <a:srcRect l="18687" r="14908" b="2"/>
          <a:stretch/>
        </p:blipFill>
        <p:spPr>
          <a:xfrm>
            <a:off x="5755464" y="2481782"/>
            <a:ext cx="3458367" cy="3476265"/>
          </a:xfrm>
          <a:custGeom>
            <a:avLst/>
            <a:gdLst/>
            <a:ahLst/>
            <a:cxnLst/>
            <a:rect l="l" t="t" r="r" b="b"/>
            <a:pathLst>
              <a:path w="3458367" h="3476265">
                <a:moveTo>
                  <a:pt x="549716" y="15"/>
                </a:moveTo>
                <a:cubicBezTo>
                  <a:pt x="557611" y="271"/>
                  <a:pt x="565778" y="3856"/>
                  <a:pt x="573176" y="4995"/>
                </a:cubicBezTo>
                <a:cubicBezTo>
                  <a:pt x="736504" y="30493"/>
                  <a:pt x="899830" y="58040"/>
                  <a:pt x="1063336" y="82398"/>
                </a:cubicBezTo>
                <a:cubicBezTo>
                  <a:pt x="1216195" y="105163"/>
                  <a:pt x="1370136" y="110398"/>
                  <a:pt x="1523717" y="122237"/>
                </a:cubicBezTo>
                <a:cubicBezTo>
                  <a:pt x="1709602" y="136580"/>
                  <a:pt x="1895127" y="156841"/>
                  <a:pt x="2079929" y="188711"/>
                </a:cubicBezTo>
                <a:cubicBezTo>
                  <a:pt x="2208244" y="211023"/>
                  <a:pt x="2337823" y="226502"/>
                  <a:pt x="2467943" y="208745"/>
                </a:cubicBezTo>
                <a:cubicBezTo>
                  <a:pt x="2474439" y="207834"/>
                  <a:pt x="2481839" y="204876"/>
                  <a:pt x="2487253" y="207834"/>
                </a:cubicBezTo>
                <a:cubicBezTo>
                  <a:pt x="2550419" y="241073"/>
                  <a:pt x="2619357" y="217168"/>
                  <a:pt x="2684869" y="238113"/>
                </a:cubicBezTo>
                <a:cubicBezTo>
                  <a:pt x="2668085" y="318930"/>
                  <a:pt x="2596077" y="312327"/>
                  <a:pt x="2555471" y="368331"/>
                </a:cubicBezTo>
                <a:cubicBezTo>
                  <a:pt x="2621704" y="390639"/>
                  <a:pt x="2681259" y="413178"/>
                  <a:pt x="2741717" y="430023"/>
                </a:cubicBezTo>
                <a:cubicBezTo>
                  <a:pt x="2805785" y="447780"/>
                  <a:pt x="2860106" y="495816"/>
                  <a:pt x="2922728" y="517216"/>
                </a:cubicBezTo>
                <a:cubicBezTo>
                  <a:pt x="2936085" y="521769"/>
                  <a:pt x="2952146" y="537704"/>
                  <a:pt x="2956838" y="553184"/>
                </a:cubicBezTo>
                <a:cubicBezTo>
                  <a:pt x="2971997" y="603269"/>
                  <a:pt x="3274647" y="743732"/>
                  <a:pt x="3238914" y="788350"/>
                </a:cubicBezTo>
                <a:cubicBezTo>
                  <a:pt x="3224116" y="806791"/>
                  <a:pt x="3204986" y="819994"/>
                  <a:pt x="3184953" y="838207"/>
                </a:cubicBezTo>
                <a:cubicBezTo>
                  <a:pt x="3215093" y="872582"/>
                  <a:pt x="3249020" y="887608"/>
                  <a:pt x="3285115" y="897852"/>
                </a:cubicBezTo>
                <a:cubicBezTo>
                  <a:pt x="3295944" y="901039"/>
                  <a:pt x="3306591" y="907413"/>
                  <a:pt x="3307674" y="922894"/>
                </a:cubicBezTo>
                <a:cubicBezTo>
                  <a:pt x="3308757" y="939056"/>
                  <a:pt x="3297748" y="945429"/>
                  <a:pt x="3288544" y="952944"/>
                </a:cubicBezTo>
                <a:cubicBezTo>
                  <a:pt x="3275731" y="963415"/>
                  <a:pt x="3263278" y="972523"/>
                  <a:pt x="3247036" y="973888"/>
                </a:cubicBezTo>
                <a:cubicBezTo>
                  <a:pt x="3220325" y="975937"/>
                  <a:pt x="3207513" y="1005076"/>
                  <a:pt x="3191993" y="1026930"/>
                </a:cubicBezTo>
                <a:cubicBezTo>
                  <a:pt x="3183330" y="1039224"/>
                  <a:pt x="3178998" y="1064037"/>
                  <a:pt x="3194157" y="1068363"/>
                </a:cubicBezTo>
                <a:cubicBezTo>
                  <a:pt x="3230613" y="1078837"/>
                  <a:pt x="3227725" y="1109114"/>
                  <a:pt x="3226824" y="1143489"/>
                </a:cubicBezTo>
                <a:cubicBezTo>
                  <a:pt x="3225560" y="1186061"/>
                  <a:pt x="3204083" y="1205638"/>
                  <a:pt x="3177734" y="1222030"/>
                </a:cubicBezTo>
                <a:cubicBezTo>
                  <a:pt x="3168711" y="1227720"/>
                  <a:pt x="3155898" y="1227493"/>
                  <a:pt x="3152469" y="1245250"/>
                </a:cubicBezTo>
                <a:cubicBezTo>
                  <a:pt x="3167267" y="1262097"/>
                  <a:pt x="3185314" y="1248439"/>
                  <a:pt x="3201197" y="1253218"/>
                </a:cubicBezTo>
                <a:cubicBezTo>
                  <a:pt x="3214370" y="1257088"/>
                  <a:pt x="3236208" y="1255040"/>
                  <a:pt x="3218160" y="1286000"/>
                </a:cubicBezTo>
                <a:cubicBezTo>
                  <a:pt x="3212926" y="1294878"/>
                  <a:pt x="3219062" y="1301709"/>
                  <a:pt x="3225741" y="1302392"/>
                </a:cubicBezTo>
                <a:cubicBezTo>
                  <a:pt x="3279159" y="1309449"/>
                  <a:pt x="3254615" y="1372054"/>
                  <a:pt x="3271761" y="1405063"/>
                </a:cubicBezTo>
                <a:cubicBezTo>
                  <a:pt x="3276452" y="1414169"/>
                  <a:pt x="3271399" y="1429877"/>
                  <a:pt x="3263999" y="1433747"/>
                </a:cubicBezTo>
                <a:cubicBezTo>
                  <a:pt x="3216716" y="1459245"/>
                  <a:pt x="3210220" y="1520028"/>
                  <a:pt x="3187299" y="1572389"/>
                </a:cubicBezTo>
                <a:cubicBezTo>
                  <a:pt x="3212205" y="1593104"/>
                  <a:pt x="3241982" y="1597657"/>
                  <a:pt x="3268872" y="1611089"/>
                </a:cubicBezTo>
                <a:cubicBezTo>
                  <a:pt x="3296846" y="1625204"/>
                  <a:pt x="3296846" y="1635676"/>
                  <a:pt x="3273746" y="1676653"/>
                </a:cubicBezTo>
                <a:cubicBezTo>
                  <a:pt x="3333842" y="1685532"/>
                  <a:pt x="3333842" y="1685532"/>
                  <a:pt x="3315254" y="1749957"/>
                </a:cubicBezTo>
                <a:cubicBezTo>
                  <a:pt x="3365607" y="1755877"/>
                  <a:pt x="3398812" y="1786382"/>
                  <a:pt x="3406572" y="1853085"/>
                </a:cubicBezTo>
                <a:cubicBezTo>
                  <a:pt x="3410362" y="1885411"/>
                  <a:pt x="3433101" y="1900663"/>
                  <a:pt x="3458367" y="1922291"/>
                </a:cubicBezTo>
                <a:cubicBezTo>
                  <a:pt x="3426966" y="1943236"/>
                  <a:pt x="3405669" y="1986945"/>
                  <a:pt x="3369034" y="1940730"/>
                </a:cubicBezTo>
                <a:cubicBezTo>
                  <a:pt x="3355680" y="1923885"/>
                  <a:pt x="3356941" y="1945284"/>
                  <a:pt x="3355138" y="1951430"/>
                </a:cubicBezTo>
                <a:cubicBezTo>
                  <a:pt x="3350807" y="1966455"/>
                  <a:pt x="3359830" y="1976472"/>
                  <a:pt x="3365786" y="1987854"/>
                </a:cubicBezTo>
                <a:cubicBezTo>
                  <a:pt x="3371561" y="1999237"/>
                  <a:pt x="3378420" y="2011302"/>
                  <a:pt x="3380043" y="2024054"/>
                </a:cubicBezTo>
                <a:cubicBezTo>
                  <a:pt x="3381125" y="2032931"/>
                  <a:pt x="3375892" y="2045905"/>
                  <a:pt x="3370117" y="2052509"/>
                </a:cubicBezTo>
                <a:cubicBezTo>
                  <a:pt x="3339797" y="2087340"/>
                  <a:pt x="3357844" y="2165652"/>
                  <a:pt x="3300454" y="2175670"/>
                </a:cubicBezTo>
                <a:cubicBezTo>
                  <a:pt x="3274647" y="2180221"/>
                  <a:pt x="3262195" y="2208906"/>
                  <a:pt x="3243246" y="2224614"/>
                </a:cubicBezTo>
                <a:cubicBezTo>
                  <a:pt x="3177374" y="2279478"/>
                  <a:pt x="3133338" y="2350051"/>
                  <a:pt x="3112946" y="2447031"/>
                </a:cubicBezTo>
                <a:cubicBezTo>
                  <a:pt x="3107352" y="2473894"/>
                  <a:pt x="3085875" y="2495522"/>
                  <a:pt x="3071979" y="2519197"/>
                </a:cubicBezTo>
                <a:cubicBezTo>
                  <a:pt x="3078657" y="2536499"/>
                  <a:pt x="3115112" y="2499164"/>
                  <a:pt x="3102298" y="2544694"/>
                </a:cubicBezTo>
                <a:cubicBezTo>
                  <a:pt x="3092553" y="2578843"/>
                  <a:pt x="3067647" y="2600014"/>
                  <a:pt x="3044185" y="2620276"/>
                </a:cubicBezTo>
                <a:cubicBezTo>
                  <a:pt x="3017476" y="2643268"/>
                  <a:pt x="2987879" y="2661708"/>
                  <a:pt x="2975787" y="2704279"/>
                </a:cubicBezTo>
                <a:cubicBezTo>
                  <a:pt x="2973260" y="2713386"/>
                  <a:pt x="2965140" y="2722947"/>
                  <a:pt x="2957921" y="2726591"/>
                </a:cubicBezTo>
                <a:cubicBezTo>
                  <a:pt x="2581458" y="3475797"/>
                  <a:pt x="1654740" y="3480805"/>
                  <a:pt x="1547901" y="3475568"/>
                </a:cubicBezTo>
                <a:cubicBezTo>
                  <a:pt x="1418503" y="3468966"/>
                  <a:pt x="1296143" y="3422753"/>
                  <a:pt x="1176132" y="3365156"/>
                </a:cubicBezTo>
                <a:cubicBezTo>
                  <a:pt x="1125418" y="3340797"/>
                  <a:pt x="1078316" y="3306195"/>
                  <a:pt x="1029045" y="3279332"/>
                </a:cubicBezTo>
                <a:cubicBezTo>
                  <a:pt x="961009" y="3242223"/>
                  <a:pt x="908492" y="3171424"/>
                  <a:pt x="840634" y="3141601"/>
                </a:cubicBezTo>
                <a:cubicBezTo>
                  <a:pt x="770793" y="3110867"/>
                  <a:pt x="711057" y="3054638"/>
                  <a:pt x="639229" y="3030734"/>
                </a:cubicBezTo>
                <a:cubicBezTo>
                  <a:pt x="601330" y="3017985"/>
                  <a:pt x="564695" y="2994993"/>
                  <a:pt x="570649" y="2929200"/>
                </a:cubicBezTo>
                <a:cubicBezTo>
                  <a:pt x="572274" y="2910532"/>
                  <a:pt x="562349" y="2895282"/>
                  <a:pt x="546647" y="2900745"/>
                </a:cubicBezTo>
                <a:cubicBezTo>
                  <a:pt x="516690" y="2910989"/>
                  <a:pt x="503154" y="2883898"/>
                  <a:pt x="486550" y="2863636"/>
                </a:cubicBezTo>
                <a:cubicBezTo>
                  <a:pt x="456953" y="2827667"/>
                  <a:pt x="428801" y="2789422"/>
                  <a:pt x="381697" y="2783503"/>
                </a:cubicBezTo>
                <a:cubicBezTo>
                  <a:pt x="390720" y="2755272"/>
                  <a:pt x="406060" y="2759371"/>
                  <a:pt x="420137" y="2765290"/>
                </a:cubicBezTo>
                <a:cubicBezTo>
                  <a:pt x="457133" y="2780772"/>
                  <a:pt x="493769" y="2798300"/>
                  <a:pt x="530765" y="2813781"/>
                </a:cubicBezTo>
                <a:cubicBezTo>
                  <a:pt x="554948" y="2823799"/>
                  <a:pt x="578952" y="2837912"/>
                  <a:pt x="611257" y="2826755"/>
                </a:cubicBezTo>
                <a:cubicBezTo>
                  <a:pt x="583463" y="2769843"/>
                  <a:pt x="536180" y="2759598"/>
                  <a:pt x="497920" y="2742071"/>
                </a:cubicBezTo>
                <a:cubicBezTo>
                  <a:pt x="450096" y="2719988"/>
                  <a:pt x="421942" y="2678326"/>
                  <a:pt x="388193" y="2631885"/>
                </a:cubicBezTo>
                <a:cubicBezTo>
                  <a:pt x="423386" y="2620730"/>
                  <a:pt x="445223" y="2654879"/>
                  <a:pt x="472834" y="2653056"/>
                </a:cubicBezTo>
                <a:cubicBezTo>
                  <a:pt x="474279" y="2647140"/>
                  <a:pt x="476804" y="2638488"/>
                  <a:pt x="476444" y="2638259"/>
                </a:cubicBezTo>
                <a:cubicBezTo>
                  <a:pt x="431326" y="2612763"/>
                  <a:pt x="410211" y="2564956"/>
                  <a:pt x="403173" y="2507131"/>
                </a:cubicBezTo>
                <a:cubicBezTo>
                  <a:pt x="399563" y="2477310"/>
                  <a:pt x="383140" y="2467976"/>
                  <a:pt x="366897" y="2454316"/>
                </a:cubicBezTo>
                <a:cubicBezTo>
                  <a:pt x="310230" y="2405826"/>
                  <a:pt x="250314" y="2361890"/>
                  <a:pt x="203752" y="2295188"/>
                </a:cubicBezTo>
                <a:cubicBezTo>
                  <a:pt x="257532" y="2304066"/>
                  <a:pt x="300665" y="2347547"/>
                  <a:pt x="358597" y="2366215"/>
                </a:cubicBezTo>
                <a:cubicBezTo>
                  <a:pt x="312577" y="2292910"/>
                  <a:pt x="253020" y="2255803"/>
                  <a:pt x="198698" y="2211409"/>
                </a:cubicBezTo>
                <a:cubicBezTo>
                  <a:pt x="173974" y="2191149"/>
                  <a:pt x="151055" y="2165197"/>
                  <a:pt x="121097" y="2154269"/>
                </a:cubicBezTo>
                <a:cubicBezTo>
                  <a:pt x="110448" y="2150400"/>
                  <a:pt x="92943" y="2142204"/>
                  <a:pt x="101425" y="2120577"/>
                </a:cubicBezTo>
                <a:cubicBezTo>
                  <a:pt x="108643" y="2102593"/>
                  <a:pt x="122900" y="2108055"/>
                  <a:pt x="135895" y="2113292"/>
                </a:cubicBezTo>
                <a:cubicBezTo>
                  <a:pt x="167116" y="2126269"/>
                  <a:pt x="199421" y="2126495"/>
                  <a:pt x="241652" y="2126269"/>
                </a:cubicBezTo>
                <a:cubicBezTo>
                  <a:pt x="206279" y="2066851"/>
                  <a:pt x="141489" y="2084608"/>
                  <a:pt x="111170" y="2022231"/>
                </a:cubicBezTo>
                <a:cubicBezTo>
                  <a:pt x="149069" y="2011302"/>
                  <a:pt x="178305" y="2033841"/>
                  <a:pt x="208987" y="2038166"/>
                </a:cubicBezTo>
                <a:cubicBezTo>
                  <a:pt x="236777" y="2042036"/>
                  <a:pt x="243636" y="2031565"/>
                  <a:pt x="237139" y="1997188"/>
                </a:cubicBezTo>
                <a:cubicBezTo>
                  <a:pt x="227034" y="1943690"/>
                  <a:pt x="242193" y="1916371"/>
                  <a:pt x="282618" y="1930941"/>
                </a:cubicBezTo>
                <a:cubicBezTo>
                  <a:pt x="320155" y="1944601"/>
                  <a:pt x="324125" y="1924568"/>
                  <a:pt x="314019" y="1894062"/>
                </a:cubicBezTo>
                <a:cubicBezTo>
                  <a:pt x="299582" y="1849671"/>
                  <a:pt x="316004" y="1815295"/>
                  <a:pt x="327194" y="1777960"/>
                </a:cubicBezTo>
                <a:cubicBezTo>
                  <a:pt x="344339" y="1721045"/>
                  <a:pt x="337121" y="1693272"/>
                  <a:pt x="300123" y="1650929"/>
                </a:cubicBezTo>
                <a:cubicBezTo>
                  <a:pt x="279370" y="1627251"/>
                  <a:pt x="256992" y="1607219"/>
                  <a:pt x="226852" y="1586731"/>
                </a:cubicBezTo>
                <a:cubicBezTo>
                  <a:pt x="296334" y="1575576"/>
                  <a:pt x="223423" y="1538013"/>
                  <a:pt x="247968" y="1514564"/>
                </a:cubicBezTo>
                <a:cubicBezTo>
                  <a:pt x="297056" y="1505003"/>
                  <a:pt x="337121" y="1579673"/>
                  <a:pt x="403895" y="1558274"/>
                </a:cubicBezTo>
                <a:cubicBezTo>
                  <a:pt x="321420" y="1493619"/>
                  <a:pt x="230281" y="1472448"/>
                  <a:pt x="170546" y="1386396"/>
                </a:cubicBezTo>
                <a:cubicBezTo>
                  <a:pt x="184261" y="1366817"/>
                  <a:pt x="197977" y="1385030"/>
                  <a:pt x="209707" y="1377746"/>
                </a:cubicBezTo>
                <a:cubicBezTo>
                  <a:pt x="209346" y="1373192"/>
                  <a:pt x="210250" y="1366362"/>
                  <a:pt x="208083" y="1364314"/>
                </a:cubicBezTo>
                <a:cubicBezTo>
                  <a:pt x="163508" y="1317416"/>
                  <a:pt x="162784" y="1316279"/>
                  <a:pt x="210610" y="1281675"/>
                </a:cubicBezTo>
                <a:cubicBezTo>
                  <a:pt x="227394" y="1269609"/>
                  <a:pt x="225950" y="1258909"/>
                  <a:pt x="217108" y="1243657"/>
                </a:cubicBezTo>
                <a:cubicBezTo>
                  <a:pt x="210790" y="1232957"/>
                  <a:pt x="203211" y="1223395"/>
                  <a:pt x="206820" y="1199947"/>
                </a:cubicBezTo>
                <a:cubicBezTo>
                  <a:pt x="232988" y="1229998"/>
                  <a:pt x="359499" y="1220208"/>
                  <a:pt x="381877" y="1217021"/>
                </a:cubicBezTo>
                <a:cubicBezTo>
                  <a:pt x="406963" y="1213607"/>
                  <a:pt x="431688" y="1199037"/>
                  <a:pt x="458035" y="1207003"/>
                </a:cubicBezTo>
                <a:cubicBezTo>
                  <a:pt x="479150" y="1213381"/>
                  <a:pt x="576966" y="1275073"/>
                  <a:pt x="590863" y="1204273"/>
                </a:cubicBezTo>
                <a:cubicBezTo>
                  <a:pt x="591585" y="1200858"/>
                  <a:pt x="631107" y="1208826"/>
                  <a:pt x="652403" y="1212696"/>
                </a:cubicBezTo>
                <a:cubicBezTo>
                  <a:pt x="671172" y="1215883"/>
                  <a:pt x="692288" y="1229998"/>
                  <a:pt x="704920" y="1201769"/>
                </a:cubicBezTo>
                <a:cubicBezTo>
                  <a:pt x="712320" y="1185150"/>
                  <a:pt x="681820" y="1153051"/>
                  <a:pt x="654569" y="1150320"/>
                </a:cubicBezTo>
                <a:cubicBezTo>
                  <a:pt x="630926" y="1147814"/>
                  <a:pt x="606202" y="1144172"/>
                  <a:pt x="583643" y="1151001"/>
                </a:cubicBezTo>
                <a:cubicBezTo>
                  <a:pt x="555852" y="1159198"/>
                  <a:pt x="540873" y="1145995"/>
                  <a:pt x="533111" y="1117538"/>
                </a:cubicBezTo>
                <a:cubicBezTo>
                  <a:pt x="524450" y="1086122"/>
                  <a:pt x="507845" y="1071550"/>
                  <a:pt x="484926" y="1056980"/>
                </a:cubicBezTo>
                <a:cubicBezTo>
                  <a:pt x="429340" y="1021696"/>
                  <a:pt x="375921" y="980946"/>
                  <a:pt x="314922" y="960456"/>
                </a:cubicBezTo>
                <a:cubicBezTo>
                  <a:pt x="302830" y="956358"/>
                  <a:pt x="289476" y="950894"/>
                  <a:pt x="283881" y="923805"/>
                </a:cubicBezTo>
                <a:cubicBezTo>
                  <a:pt x="449013" y="964326"/>
                  <a:pt x="599526" y="1069958"/>
                  <a:pt x="769890" y="1063811"/>
                </a:cubicBezTo>
                <a:cubicBezTo>
                  <a:pt x="723329" y="1030346"/>
                  <a:pt x="669369" y="1028524"/>
                  <a:pt x="619738" y="1005076"/>
                </a:cubicBezTo>
                <a:cubicBezTo>
                  <a:pt x="654930" y="987546"/>
                  <a:pt x="687956" y="1005759"/>
                  <a:pt x="721344" y="1015777"/>
                </a:cubicBezTo>
                <a:cubicBezTo>
                  <a:pt x="749317" y="1023970"/>
                  <a:pt x="774583" y="1025337"/>
                  <a:pt x="777650" y="976393"/>
                </a:cubicBezTo>
                <a:cubicBezTo>
                  <a:pt x="776566" y="973205"/>
                  <a:pt x="776747" y="969107"/>
                  <a:pt x="776929" y="965238"/>
                </a:cubicBezTo>
                <a:cubicBezTo>
                  <a:pt x="767542" y="944976"/>
                  <a:pt x="752926" y="934504"/>
                  <a:pt x="735601" y="928584"/>
                </a:cubicBezTo>
                <a:cubicBezTo>
                  <a:pt x="725133" y="924942"/>
                  <a:pt x="711237" y="919478"/>
                  <a:pt x="711416" y="904909"/>
                </a:cubicBezTo>
                <a:cubicBezTo>
                  <a:pt x="711958" y="850955"/>
                  <a:pt x="678571" y="835246"/>
                  <a:pt x="645185" y="819539"/>
                </a:cubicBezTo>
                <a:cubicBezTo>
                  <a:pt x="663773" y="792676"/>
                  <a:pt x="678391" y="812481"/>
                  <a:pt x="692468" y="810433"/>
                </a:cubicBezTo>
                <a:cubicBezTo>
                  <a:pt x="701672" y="809067"/>
                  <a:pt x="709973" y="806563"/>
                  <a:pt x="709973" y="792676"/>
                </a:cubicBezTo>
                <a:cubicBezTo>
                  <a:pt x="710154" y="781065"/>
                  <a:pt x="705822" y="767861"/>
                  <a:pt x="696799" y="767635"/>
                </a:cubicBezTo>
                <a:cubicBezTo>
                  <a:pt x="640312" y="765585"/>
                  <a:pt x="609090" y="690914"/>
                  <a:pt x="550437" y="690687"/>
                </a:cubicBezTo>
                <a:cubicBezTo>
                  <a:pt x="515425" y="690687"/>
                  <a:pt x="568666" y="648572"/>
                  <a:pt x="539068" y="631042"/>
                </a:cubicBezTo>
                <a:cubicBezTo>
                  <a:pt x="532570" y="627171"/>
                  <a:pt x="556032" y="621254"/>
                  <a:pt x="566500" y="622164"/>
                </a:cubicBezTo>
                <a:cubicBezTo>
                  <a:pt x="576786" y="623074"/>
                  <a:pt x="585990" y="634229"/>
                  <a:pt x="598443" y="626261"/>
                </a:cubicBezTo>
                <a:cubicBezTo>
                  <a:pt x="605300" y="597806"/>
                  <a:pt x="587615" y="587332"/>
                  <a:pt x="572996" y="579365"/>
                </a:cubicBezTo>
                <a:cubicBezTo>
                  <a:pt x="539247" y="560925"/>
                  <a:pt x="506402" y="538615"/>
                  <a:pt x="469405" y="532013"/>
                </a:cubicBezTo>
                <a:cubicBezTo>
                  <a:pt x="456232" y="529737"/>
                  <a:pt x="488355" y="499231"/>
                  <a:pt x="494671" y="488532"/>
                </a:cubicBezTo>
                <a:cubicBezTo>
                  <a:pt x="345782" y="376071"/>
                  <a:pt x="166756" y="381762"/>
                  <a:pt x="0" y="290928"/>
                </a:cubicBezTo>
                <a:cubicBezTo>
                  <a:pt x="36817" y="273173"/>
                  <a:pt x="63887" y="286148"/>
                  <a:pt x="88973" y="288880"/>
                </a:cubicBezTo>
                <a:cubicBezTo>
                  <a:pt x="151595" y="295708"/>
                  <a:pt x="213498" y="309822"/>
                  <a:pt x="275940" y="318246"/>
                </a:cubicBezTo>
                <a:cubicBezTo>
                  <a:pt x="306620" y="322344"/>
                  <a:pt x="335134" y="337824"/>
                  <a:pt x="369424" y="313239"/>
                </a:cubicBezTo>
                <a:cubicBezTo>
                  <a:pt x="392343" y="296847"/>
                  <a:pt x="428980" y="314604"/>
                  <a:pt x="457133" y="329174"/>
                </a:cubicBezTo>
                <a:cubicBezTo>
                  <a:pt x="480414" y="341238"/>
                  <a:pt x="502612" y="344425"/>
                  <a:pt x="533474" y="329174"/>
                </a:cubicBezTo>
                <a:cubicBezTo>
                  <a:pt x="505501" y="319841"/>
                  <a:pt x="484023" y="311645"/>
                  <a:pt x="462006" y="305953"/>
                </a:cubicBezTo>
                <a:cubicBezTo>
                  <a:pt x="444501" y="301400"/>
                  <a:pt x="486189" y="282960"/>
                  <a:pt x="507484" y="285237"/>
                </a:cubicBezTo>
                <a:cubicBezTo>
                  <a:pt x="537263" y="288423"/>
                  <a:pt x="520479" y="276586"/>
                  <a:pt x="515425" y="260195"/>
                </a:cubicBezTo>
                <a:cubicBezTo>
                  <a:pt x="510012" y="242665"/>
                  <a:pt x="526074" y="237203"/>
                  <a:pt x="536180" y="240844"/>
                </a:cubicBezTo>
                <a:cubicBezTo>
                  <a:pt x="574980" y="255187"/>
                  <a:pt x="613602" y="229917"/>
                  <a:pt x="653668" y="250407"/>
                </a:cubicBezTo>
                <a:cubicBezTo>
                  <a:pt x="643561" y="199867"/>
                  <a:pt x="621723" y="177784"/>
                  <a:pt x="576064" y="170726"/>
                </a:cubicBezTo>
                <a:cubicBezTo>
                  <a:pt x="558919" y="167996"/>
                  <a:pt x="541053" y="172093"/>
                  <a:pt x="526254" y="157522"/>
                </a:cubicBezTo>
                <a:cubicBezTo>
                  <a:pt x="517771" y="149101"/>
                  <a:pt x="508207" y="139084"/>
                  <a:pt x="514884" y="123603"/>
                </a:cubicBezTo>
                <a:cubicBezTo>
                  <a:pt x="519577" y="112674"/>
                  <a:pt x="529684" y="112674"/>
                  <a:pt x="537985" y="116318"/>
                </a:cubicBezTo>
                <a:cubicBezTo>
                  <a:pt x="575162" y="132483"/>
                  <a:pt x="613963" y="138400"/>
                  <a:pt x="652764" y="144320"/>
                </a:cubicBezTo>
                <a:cubicBezTo>
                  <a:pt x="658720" y="145230"/>
                  <a:pt x="665397" y="148191"/>
                  <a:pt x="672075" y="133164"/>
                </a:cubicBezTo>
                <a:cubicBezTo>
                  <a:pt x="599526" y="108805"/>
                  <a:pt x="530585" y="74202"/>
                  <a:pt x="456051" y="60770"/>
                </a:cubicBezTo>
                <a:cubicBezTo>
                  <a:pt x="457133" y="54397"/>
                  <a:pt x="458215" y="48022"/>
                  <a:pt x="459299" y="41649"/>
                </a:cubicBezTo>
                <a:cubicBezTo>
                  <a:pt x="517591" y="50753"/>
                  <a:pt x="575884" y="59859"/>
                  <a:pt x="649515" y="71243"/>
                </a:cubicBezTo>
                <a:cubicBezTo>
                  <a:pt x="604218" y="35045"/>
                  <a:pt x="561446" y="47111"/>
                  <a:pt x="527879" y="15013"/>
                </a:cubicBezTo>
                <a:cubicBezTo>
                  <a:pt x="534195" y="2833"/>
                  <a:pt x="541820" y="-241"/>
                  <a:pt x="549716" y="15"/>
                </a:cubicBezTo>
                <a:close/>
              </a:path>
            </a:pathLst>
          </a:custGeom>
        </p:spPr>
      </p:pic>
      <p:pic>
        <p:nvPicPr>
          <p:cNvPr id="8" name="Picture 7" descr="Thermal power station">
            <a:extLst>
              <a:ext uri="{FF2B5EF4-FFF2-40B4-BE49-F238E27FC236}">
                <a16:creationId xmlns:a16="http://schemas.microsoft.com/office/drawing/2014/main" id="{ECF7A325-CD88-FDC1-8F87-FA2E816972F8}"/>
              </a:ext>
            </a:extLst>
          </p:cNvPr>
          <p:cNvPicPr>
            <a:picLocks noChangeAspect="1"/>
          </p:cNvPicPr>
          <p:nvPr/>
        </p:nvPicPr>
        <p:blipFill rotWithShape="1">
          <a:blip r:embed="rId4"/>
          <a:srcRect r="2870" b="-3"/>
          <a:stretch/>
        </p:blipFill>
        <p:spPr>
          <a:xfrm>
            <a:off x="7610441" y="-5"/>
            <a:ext cx="4579876" cy="3536502"/>
          </a:xfrm>
          <a:custGeom>
            <a:avLst/>
            <a:gdLst/>
            <a:ahLst/>
            <a:cxnLst/>
            <a:rect l="l" t="t" r="r" b="b"/>
            <a:pathLst>
              <a:path w="4579876" h="3536502">
                <a:moveTo>
                  <a:pt x="457312" y="0"/>
                </a:moveTo>
                <a:lnTo>
                  <a:pt x="4579876" y="0"/>
                </a:lnTo>
                <a:lnTo>
                  <a:pt x="4579876" y="3057029"/>
                </a:lnTo>
                <a:lnTo>
                  <a:pt x="4508441" y="3086568"/>
                </a:lnTo>
                <a:cubicBezTo>
                  <a:pt x="4391572" y="3126663"/>
                  <a:pt x="4301124" y="3221848"/>
                  <a:pt x="4183947" y="3271738"/>
                </a:cubicBezTo>
                <a:cubicBezTo>
                  <a:pt x="4099090" y="3307854"/>
                  <a:pt x="4017967" y="3354374"/>
                  <a:pt x="3930625" y="3387123"/>
                </a:cubicBezTo>
                <a:cubicBezTo>
                  <a:pt x="3723932" y="3464557"/>
                  <a:pt x="3513195" y="3526689"/>
                  <a:pt x="3290337" y="3535564"/>
                </a:cubicBezTo>
                <a:cubicBezTo>
                  <a:pt x="3106332" y="3542605"/>
                  <a:pt x="1510274" y="3535872"/>
                  <a:pt x="861903" y="2528615"/>
                </a:cubicBezTo>
                <a:cubicBezTo>
                  <a:pt x="849470" y="2523717"/>
                  <a:pt x="835485" y="2510862"/>
                  <a:pt x="831133" y="2498619"/>
                </a:cubicBezTo>
                <a:cubicBezTo>
                  <a:pt x="810307" y="2441385"/>
                  <a:pt x="759333" y="2416594"/>
                  <a:pt x="713333" y="2385682"/>
                </a:cubicBezTo>
                <a:cubicBezTo>
                  <a:pt x="672925" y="2358442"/>
                  <a:pt x="630030" y="2329978"/>
                  <a:pt x="613246" y="2284067"/>
                </a:cubicBezTo>
                <a:cubicBezTo>
                  <a:pt x="591179" y="2222855"/>
                  <a:pt x="653963" y="2273050"/>
                  <a:pt x="665465" y="2249789"/>
                </a:cubicBezTo>
                <a:cubicBezTo>
                  <a:pt x="641532" y="2217960"/>
                  <a:pt x="604543" y="2188882"/>
                  <a:pt x="594908" y="2152767"/>
                </a:cubicBezTo>
                <a:cubicBezTo>
                  <a:pt x="559787" y="2022383"/>
                  <a:pt x="483946" y="1927503"/>
                  <a:pt x="370497" y="1853742"/>
                </a:cubicBezTo>
                <a:cubicBezTo>
                  <a:pt x="337861" y="1832624"/>
                  <a:pt x="316415" y="1794059"/>
                  <a:pt x="271969" y="1787940"/>
                </a:cubicBezTo>
                <a:cubicBezTo>
                  <a:pt x="173127" y="1774472"/>
                  <a:pt x="204209" y="1669186"/>
                  <a:pt x="151990" y="1622358"/>
                </a:cubicBezTo>
                <a:cubicBezTo>
                  <a:pt x="142044" y="1613481"/>
                  <a:pt x="133031" y="1596037"/>
                  <a:pt x="134895" y="1584102"/>
                </a:cubicBezTo>
                <a:cubicBezTo>
                  <a:pt x="137691" y="1566959"/>
                  <a:pt x="149504" y="1550739"/>
                  <a:pt x="159450" y="1535435"/>
                </a:cubicBezTo>
                <a:cubicBezTo>
                  <a:pt x="169708" y="1520133"/>
                  <a:pt x="185247" y="1506664"/>
                  <a:pt x="177788" y="1486465"/>
                </a:cubicBezTo>
                <a:cubicBezTo>
                  <a:pt x="174683" y="1478202"/>
                  <a:pt x="176855" y="1449432"/>
                  <a:pt x="153856" y="1472079"/>
                </a:cubicBezTo>
                <a:cubicBezTo>
                  <a:pt x="90760" y="1534212"/>
                  <a:pt x="54082" y="1475449"/>
                  <a:pt x="0" y="1447289"/>
                </a:cubicBezTo>
                <a:cubicBezTo>
                  <a:pt x="43515" y="1418212"/>
                  <a:pt x="82677" y="1397707"/>
                  <a:pt x="89205" y="1354247"/>
                </a:cubicBezTo>
                <a:cubicBezTo>
                  <a:pt x="102570" y="1264569"/>
                  <a:pt x="159758" y="1223557"/>
                  <a:pt x="246479" y="1215599"/>
                </a:cubicBezTo>
                <a:cubicBezTo>
                  <a:pt x="214465" y="1128983"/>
                  <a:pt x="214465" y="1128983"/>
                  <a:pt x="317968" y="1117045"/>
                </a:cubicBezTo>
                <a:cubicBezTo>
                  <a:pt x="278183" y="1061955"/>
                  <a:pt x="278183" y="1047876"/>
                  <a:pt x="326362" y="1028900"/>
                </a:cubicBezTo>
                <a:cubicBezTo>
                  <a:pt x="372673" y="1010841"/>
                  <a:pt x="423957" y="1004720"/>
                  <a:pt x="466852" y="976870"/>
                </a:cubicBezTo>
                <a:cubicBezTo>
                  <a:pt x="427377" y="906475"/>
                  <a:pt x="416188" y="824756"/>
                  <a:pt x="334754" y="790475"/>
                </a:cubicBezTo>
                <a:cubicBezTo>
                  <a:pt x="322010" y="785272"/>
                  <a:pt x="313307" y="764154"/>
                  <a:pt x="321386" y="751912"/>
                </a:cubicBezTo>
                <a:cubicBezTo>
                  <a:pt x="350915" y="707534"/>
                  <a:pt x="308644" y="623365"/>
                  <a:pt x="400645" y="613877"/>
                </a:cubicBezTo>
                <a:cubicBezTo>
                  <a:pt x="412147" y="612959"/>
                  <a:pt x="422716" y="603776"/>
                  <a:pt x="413701" y="591839"/>
                </a:cubicBezTo>
                <a:cubicBezTo>
                  <a:pt x="382618" y="550216"/>
                  <a:pt x="420228" y="552969"/>
                  <a:pt x="442917" y="547767"/>
                </a:cubicBezTo>
                <a:cubicBezTo>
                  <a:pt x="470271" y="541341"/>
                  <a:pt x="501353" y="559703"/>
                  <a:pt x="526840" y="537055"/>
                </a:cubicBezTo>
                <a:cubicBezTo>
                  <a:pt x="520932" y="513181"/>
                  <a:pt x="498866" y="513487"/>
                  <a:pt x="483325" y="505836"/>
                </a:cubicBezTo>
                <a:cubicBezTo>
                  <a:pt x="437946" y="483799"/>
                  <a:pt x="400956" y="457479"/>
                  <a:pt x="398780" y="400243"/>
                </a:cubicBezTo>
                <a:cubicBezTo>
                  <a:pt x="397229" y="354028"/>
                  <a:pt x="392255" y="313323"/>
                  <a:pt x="455041" y="299242"/>
                </a:cubicBezTo>
                <a:cubicBezTo>
                  <a:pt x="481149" y="293426"/>
                  <a:pt x="473687" y="260067"/>
                  <a:pt x="458769" y="243538"/>
                </a:cubicBezTo>
                <a:cubicBezTo>
                  <a:pt x="432038" y="214157"/>
                  <a:pt x="409972" y="174981"/>
                  <a:pt x="363969" y="172227"/>
                </a:cubicBezTo>
                <a:cubicBezTo>
                  <a:pt x="335995" y="170391"/>
                  <a:pt x="314549" y="158146"/>
                  <a:pt x="292481" y="144069"/>
                </a:cubicBezTo>
                <a:cubicBezTo>
                  <a:pt x="276630" y="133966"/>
                  <a:pt x="257670" y="125398"/>
                  <a:pt x="259534" y="103668"/>
                </a:cubicBezTo>
                <a:cubicBezTo>
                  <a:pt x="261399" y="82855"/>
                  <a:pt x="279736" y="74286"/>
                  <a:pt x="298387" y="70001"/>
                </a:cubicBezTo>
                <a:cubicBezTo>
                  <a:pt x="345011" y="59672"/>
                  <a:pt x="389535" y="45726"/>
                  <a:pt x="430782" y="19902"/>
                </a:cubicBezTo>
                <a:close/>
              </a:path>
            </a:pathLst>
          </a:custGeom>
        </p:spPr>
      </p:pic>
    </p:spTree>
    <p:extLst>
      <p:ext uri="{BB962C8B-B14F-4D97-AF65-F5344CB8AC3E}">
        <p14:creationId xmlns:p14="http://schemas.microsoft.com/office/powerpoint/2010/main" val="1073684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 calcmode="lin" valueType="num">
                                      <p:cBhvr>
                                        <p:cTn id="14" dur="1000" fill="hold"/>
                                        <p:tgtEl>
                                          <p:spTgt spid="3">
                                            <p:txEl>
                                              <p:pRg st="2" end="2"/>
                                            </p:txEl>
                                          </p:spTgt>
                                        </p:tgtEl>
                                        <p:attrNameLst>
                                          <p:attrName>ppt_w</p:attrName>
                                        </p:attrNameLst>
                                      </p:cBhvr>
                                      <p:tavLst>
                                        <p:tav tm="0">
                                          <p:val>
                                            <p:strVal val="#ppt_w*0.70"/>
                                          </p:val>
                                        </p:tav>
                                        <p:tav tm="100000">
                                          <p:val>
                                            <p:strVal val="#ppt_w"/>
                                          </p:val>
                                        </p:tav>
                                      </p:tavLst>
                                    </p:anim>
                                    <p:anim calcmode="lin" valueType="num">
                                      <p:cBhvr>
                                        <p:cTn id="15" dur="1000" fill="hold"/>
                                        <p:tgtEl>
                                          <p:spTgt spid="3">
                                            <p:txEl>
                                              <p:pRg st="2" end="2"/>
                                            </p:txEl>
                                          </p:spTgt>
                                        </p:tgtEl>
                                        <p:attrNameLst>
                                          <p:attrName>ppt_h</p:attrName>
                                        </p:attrNameLst>
                                      </p:cBhvr>
                                      <p:tavLst>
                                        <p:tav tm="0">
                                          <p:val>
                                            <p:strVal val="#ppt_h"/>
                                          </p:val>
                                        </p:tav>
                                        <p:tav tm="100000">
                                          <p:val>
                                            <p:strVal val="#ppt_h"/>
                                          </p:val>
                                        </p:tav>
                                      </p:tavLst>
                                    </p:anim>
                                    <p:animEffect transition="in" filter="fade">
                                      <p:cBhvr>
                                        <p:cTn id="16" dur="10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p:cTn id="21" dur="1000" fill="hold"/>
                                        <p:tgtEl>
                                          <p:spTgt spid="3">
                                            <p:txEl>
                                              <p:pRg st="4" end="4"/>
                                            </p:txEl>
                                          </p:spTgt>
                                        </p:tgtEl>
                                        <p:attrNameLst>
                                          <p:attrName>ppt_w</p:attrName>
                                        </p:attrNameLst>
                                      </p:cBhvr>
                                      <p:tavLst>
                                        <p:tav tm="0">
                                          <p:val>
                                            <p:strVal val="#ppt_w*0.70"/>
                                          </p:val>
                                        </p:tav>
                                        <p:tav tm="100000">
                                          <p:val>
                                            <p:strVal val="#ppt_w"/>
                                          </p:val>
                                        </p:tav>
                                      </p:tavLst>
                                    </p:anim>
                                    <p:anim calcmode="lin" valueType="num">
                                      <p:cBhvr>
                                        <p:cTn id="22" dur="1000" fill="hold"/>
                                        <p:tgtEl>
                                          <p:spTgt spid="3">
                                            <p:txEl>
                                              <p:pRg st="4" end="4"/>
                                            </p:txEl>
                                          </p:spTgt>
                                        </p:tgtEl>
                                        <p:attrNameLst>
                                          <p:attrName>ppt_h</p:attrName>
                                        </p:attrNameLst>
                                      </p:cBhvr>
                                      <p:tavLst>
                                        <p:tav tm="0">
                                          <p:val>
                                            <p:strVal val="#ppt_h"/>
                                          </p:val>
                                        </p:tav>
                                        <p:tav tm="100000">
                                          <p:val>
                                            <p:strVal val="#ppt_h"/>
                                          </p:val>
                                        </p:tav>
                                      </p:tavLst>
                                    </p:anim>
                                    <p:animEffect transition="in" filter="fade">
                                      <p:cBhvr>
                                        <p:cTn id="23" dur="10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 calcmode="lin" valueType="num">
                                      <p:cBhvr>
                                        <p:cTn id="28" dur="1000" fill="hold"/>
                                        <p:tgtEl>
                                          <p:spTgt spid="3">
                                            <p:txEl>
                                              <p:pRg st="5" end="5"/>
                                            </p:txEl>
                                          </p:spTgt>
                                        </p:tgtEl>
                                        <p:attrNameLst>
                                          <p:attrName>ppt_w</p:attrName>
                                        </p:attrNameLst>
                                      </p:cBhvr>
                                      <p:tavLst>
                                        <p:tav tm="0">
                                          <p:val>
                                            <p:strVal val="#ppt_w*0.70"/>
                                          </p:val>
                                        </p:tav>
                                        <p:tav tm="100000">
                                          <p:val>
                                            <p:strVal val="#ppt_w"/>
                                          </p:val>
                                        </p:tav>
                                      </p:tavLst>
                                    </p:anim>
                                    <p:anim calcmode="lin" valueType="num">
                                      <p:cBhvr>
                                        <p:cTn id="29" dur="1000" fill="hold"/>
                                        <p:tgtEl>
                                          <p:spTgt spid="3">
                                            <p:txEl>
                                              <p:pRg st="5" end="5"/>
                                            </p:txEl>
                                          </p:spTgt>
                                        </p:tgtEl>
                                        <p:attrNameLst>
                                          <p:attrName>ppt_h</p:attrName>
                                        </p:attrNameLst>
                                      </p:cBhvr>
                                      <p:tavLst>
                                        <p:tav tm="0">
                                          <p:val>
                                            <p:strVal val="#ppt_h"/>
                                          </p:val>
                                        </p:tav>
                                        <p:tav tm="100000">
                                          <p:val>
                                            <p:strVal val="#ppt_h"/>
                                          </p:val>
                                        </p:tav>
                                      </p:tavLst>
                                    </p:anim>
                                    <p:animEffect transition="in" filter="fade">
                                      <p:cBhvr>
                                        <p:cTn id="30" dur="10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5"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p:cTn id="35" dur="1000" fill="hold"/>
                                        <p:tgtEl>
                                          <p:spTgt spid="3">
                                            <p:txEl>
                                              <p:pRg st="7" end="7"/>
                                            </p:txEl>
                                          </p:spTgt>
                                        </p:tgtEl>
                                        <p:attrNameLst>
                                          <p:attrName>ppt_w</p:attrName>
                                        </p:attrNameLst>
                                      </p:cBhvr>
                                      <p:tavLst>
                                        <p:tav tm="0">
                                          <p:val>
                                            <p:strVal val="#ppt_w*0.70"/>
                                          </p:val>
                                        </p:tav>
                                        <p:tav tm="100000">
                                          <p:val>
                                            <p:strVal val="#ppt_w"/>
                                          </p:val>
                                        </p:tav>
                                      </p:tavLst>
                                    </p:anim>
                                    <p:anim calcmode="lin" valueType="num">
                                      <p:cBhvr>
                                        <p:cTn id="36" dur="1000" fill="hold"/>
                                        <p:tgtEl>
                                          <p:spTgt spid="3">
                                            <p:txEl>
                                              <p:pRg st="7" end="7"/>
                                            </p:txEl>
                                          </p:spTgt>
                                        </p:tgtEl>
                                        <p:attrNameLst>
                                          <p:attrName>ppt_h</p:attrName>
                                        </p:attrNameLst>
                                      </p:cBhvr>
                                      <p:tavLst>
                                        <p:tav tm="0">
                                          <p:val>
                                            <p:strVal val="#ppt_h"/>
                                          </p:val>
                                        </p:tav>
                                        <p:tav tm="100000">
                                          <p:val>
                                            <p:strVal val="#ppt_h"/>
                                          </p:val>
                                        </p:tav>
                                      </p:tavLst>
                                    </p:anim>
                                    <p:animEffect transition="in" filter="fade">
                                      <p:cBhvr>
                                        <p:cTn id="37" dur="1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D91F6-3B2E-3077-A8BA-6F142C535498}"/>
              </a:ext>
            </a:extLst>
          </p:cNvPr>
          <p:cNvSpPr>
            <a:spLocks noGrp="1"/>
          </p:cNvSpPr>
          <p:nvPr>
            <p:ph type="title"/>
          </p:nvPr>
        </p:nvSpPr>
        <p:spPr>
          <a:xfrm>
            <a:off x="640080" y="325369"/>
            <a:ext cx="4368602" cy="1956841"/>
          </a:xfrm>
        </p:spPr>
        <p:txBody>
          <a:bodyPr anchor="b">
            <a:normAutofit/>
          </a:bodyPr>
          <a:lstStyle/>
          <a:p>
            <a:r>
              <a:rPr lang="en-US" i="1">
                <a:latin typeface="Calibri"/>
                <a:ea typeface="Calibri"/>
                <a:cs typeface="Calibri"/>
              </a:rPr>
              <a:t>Co2 Emissions by Industrial Sector</a:t>
            </a:r>
          </a:p>
        </p:txBody>
      </p:sp>
      <p:sp>
        <p:nvSpPr>
          <p:cNvPr id="20"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CO2 emissions from building sector highest in 2019: UNEP">
            <a:extLst>
              <a:ext uri="{FF2B5EF4-FFF2-40B4-BE49-F238E27FC236}">
                <a16:creationId xmlns:a16="http://schemas.microsoft.com/office/drawing/2014/main" id="{CC0B664B-ABC1-5521-7111-FD6998AC03AD}"/>
              </a:ext>
            </a:extLst>
          </p:cNvPr>
          <p:cNvPicPr>
            <a:picLocks noChangeAspect="1"/>
          </p:cNvPicPr>
          <p:nvPr/>
        </p:nvPicPr>
        <p:blipFill rotWithShape="1">
          <a:blip r:embed="rId2"/>
          <a:srcRect l="2684" r="19832"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6999450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16924-650C-1CF2-475D-1E97B2F47AA8}"/>
              </a:ext>
            </a:extLst>
          </p:cNvPr>
          <p:cNvSpPr>
            <a:spLocks noGrp="1"/>
          </p:cNvSpPr>
          <p:nvPr>
            <p:ph type="title"/>
          </p:nvPr>
        </p:nvSpPr>
        <p:spPr/>
        <p:txBody>
          <a:bodyPr/>
          <a:lstStyle/>
          <a:p>
            <a:r>
              <a:rPr lang="en-US" i="1">
                <a:latin typeface="Calibri"/>
                <a:ea typeface="Calibri"/>
                <a:cs typeface="Calibri"/>
              </a:rPr>
              <a:t>Co2 emissions by Industrial Combustion</a:t>
            </a:r>
          </a:p>
        </p:txBody>
      </p:sp>
      <p:pic>
        <p:nvPicPr>
          <p:cNvPr id="4" name="Content Placeholder 3" descr="A graph with red line&#10;&#10;Description automatically generated">
            <a:extLst>
              <a:ext uri="{FF2B5EF4-FFF2-40B4-BE49-F238E27FC236}">
                <a16:creationId xmlns:a16="http://schemas.microsoft.com/office/drawing/2014/main" id="{BD223224-3545-771F-A4D9-60FDB966279B}"/>
              </a:ext>
            </a:extLst>
          </p:cNvPr>
          <p:cNvPicPr>
            <a:picLocks noGrp="1" noChangeAspect="1"/>
          </p:cNvPicPr>
          <p:nvPr>
            <p:ph idx="1"/>
          </p:nvPr>
        </p:nvPicPr>
        <p:blipFill>
          <a:blip r:embed="rId2"/>
          <a:stretch>
            <a:fillRect/>
          </a:stretch>
        </p:blipFill>
        <p:spPr>
          <a:xfrm>
            <a:off x="5229614" y="1567890"/>
            <a:ext cx="5699654" cy="3510897"/>
          </a:xfrm>
        </p:spPr>
      </p:pic>
      <p:sp>
        <p:nvSpPr>
          <p:cNvPr id="5" name="TextBox 4">
            <a:extLst>
              <a:ext uri="{FF2B5EF4-FFF2-40B4-BE49-F238E27FC236}">
                <a16:creationId xmlns:a16="http://schemas.microsoft.com/office/drawing/2014/main" id="{331414CE-AFD7-2BF3-8C63-E6192D8F2429}"/>
              </a:ext>
            </a:extLst>
          </p:cNvPr>
          <p:cNvSpPr txBox="1"/>
          <p:nvPr/>
        </p:nvSpPr>
        <p:spPr>
          <a:xfrm>
            <a:off x="588308" y="2280396"/>
            <a:ext cx="4468346"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latin typeface="Calibri"/>
                <a:cs typeface="Calibri"/>
              </a:rPr>
              <a:t>The graph displays the top five countries that have the highest Co2 emissions through Industrial Combustion. It is evident that majority of the emissions are from China, US, Russia, India and Japan. Out of which China is the major contributor with almost 3000 Mt of Co2 released in 2022.</a:t>
            </a:r>
          </a:p>
        </p:txBody>
      </p:sp>
    </p:spTree>
    <p:extLst>
      <p:ext uri="{BB962C8B-B14F-4D97-AF65-F5344CB8AC3E}">
        <p14:creationId xmlns:p14="http://schemas.microsoft.com/office/powerpoint/2010/main" val="38400557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showing the cost of carbon dioxide emissions&#10;&#10;Description automatically generated">
            <a:extLst>
              <a:ext uri="{FF2B5EF4-FFF2-40B4-BE49-F238E27FC236}">
                <a16:creationId xmlns:a16="http://schemas.microsoft.com/office/drawing/2014/main" id="{975E5BC1-7BDA-E994-02DB-17CEBB291985}"/>
              </a:ext>
            </a:extLst>
          </p:cNvPr>
          <p:cNvPicPr>
            <a:picLocks noChangeAspect="1"/>
          </p:cNvPicPr>
          <p:nvPr/>
        </p:nvPicPr>
        <p:blipFill rotWithShape="1">
          <a:blip r:embed="rId2"/>
          <a:srcRect l="3657" r="7736" b="222"/>
          <a:stretch/>
        </p:blipFill>
        <p:spPr>
          <a:xfrm>
            <a:off x="4886044" y="1397934"/>
            <a:ext cx="6744178" cy="5037058"/>
          </a:xfrm>
          <a:prstGeom prst="rect">
            <a:avLst/>
          </a:prstGeom>
        </p:spPr>
      </p:pic>
      <p:sp>
        <p:nvSpPr>
          <p:cNvPr id="3" name="TextBox 2">
            <a:extLst>
              <a:ext uri="{FF2B5EF4-FFF2-40B4-BE49-F238E27FC236}">
                <a16:creationId xmlns:a16="http://schemas.microsoft.com/office/drawing/2014/main" id="{657EAC4E-D782-0316-323C-B87CBF367898}"/>
              </a:ext>
            </a:extLst>
          </p:cNvPr>
          <p:cNvSpPr txBox="1"/>
          <p:nvPr/>
        </p:nvSpPr>
        <p:spPr>
          <a:xfrm>
            <a:off x="420220" y="308161"/>
            <a:ext cx="11430000"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i="1">
                <a:latin typeface="Calibri"/>
                <a:ea typeface="Calibri"/>
                <a:cs typeface="Calibri"/>
              </a:rPr>
              <a:t>Extrapolation till 2030</a:t>
            </a:r>
          </a:p>
        </p:txBody>
      </p:sp>
      <p:sp>
        <p:nvSpPr>
          <p:cNvPr id="4" name="TextBox 3">
            <a:extLst>
              <a:ext uri="{FF2B5EF4-FFF2-40B4-BE49-F238E27FC236}">
                <a16:creationId xmlns:a16="http://schemas.microsoft.com/office/drawing/2014/main" id="{A4C764FF-6566-C19E-924C-4BB11D712204}"/>
              </a:ext>
            </a:extLst>
          </p:cNvPr>
          <p:cNvSpPr txBox="1"/>
          <p:nvPr/>
        </p:nvSpPr>
        <p:spPr>
          <a:xfrm>
            <a:off x="347382" y="1397933"/>
            <a:ext cx="4538382" cy="57861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a:latin typeface="Calibri"/>
                <a:cs typeface="Calibri"/>
              </a:rPr>
              <a:t> We can clearly see that almost 40% of the world’s Co2 emissions through Industrial Combustion are from China. </a:t>
            </a:r>
            <a:endParaRPr lang="en-US" sz="1600">
              <a:latin typeface="Calibri"/>
              <a:ea typeface="Calibri"/>
              <a:cs typeface="Calibri"/>
            </a:endParaRPr>
          </a:p>
          <a:p>
            <a:endParaRPr lang="en-US" sz="1600">
              <a:latin typeface="Calibri"/>
              <a:ea typeface="Calibri"/>
              <a:cs typeface="Calibri"/>
            </a:endParaRPr>
          </a:p>
          <a:p>
            <a:pPr marL="285750" indent="-285750">
              <a:buFont typeface="Arial,Sans-Serif"/>
              <a:buChar char="•"/>
            </a:pPr>
            <a:r>
              <a:rPr lang="en-US" sz="1600">
                <a:latin typeface="Calibri"/>
                <a:ea typeface="Calibri"/>
                <a:cs typeface="Calibri"/>
              </a:rPr>
              <a:t>The Co2 emissions from Industrial Combustion have increased over the years, by 2022 around 3500 Mt of Co2 is being emitted from Industries worldwide. Out of the 3500 Mt around 2500 Mt is from China.</a:t>
            </a:r>
          </a:p>
          <a:p>
            <a:endParaRPr lang="en-US" sz="1600">
              <a:latin typeface="Calibri"/>
              <a:ea typeface="Calibri"/>
              <a:cs typeface="Calibri"/>
            </a:endParaRPr>
          </a:p>
          <a:p>
            <a:pPr marL="285750" indent="-285750">
              <a:buFont typeface="Arial,Sans-Serif"/>
              <a:buChar char="•"/>
            </a:pPr>
            <a:r>
              <a:rPr lang="en-US" sz="1600">
                <a:latin typeface="Calibri"/>
                <a:ea typeface="Calibri"/>
                <a:cs typeface="Calibri"/>
              </a:rPr>
              <a:t>This is due to variety of factors such as the Industrial boom in China which is attracting Industries from other countries to migrate to China.</a:t>
            </a:r>
          </a:p>
          <a:p>
            <a:pPr marL="285750" indent="-285750">
              <a:buFont typeface="Arial,Sans-Serif"/>
              <a:buChar char="•"/>
            </a:pPr>
            <a:endParaRPr lang="en-US" sz="1600">
              <a:latin typeface="Calibri"/>
              <a:ea typeface="Calibri"/>
              <a:cs typeface="Calibri"/>
            </a:endParaRPr>
          </a:p>
          <a:p>
            <a:pPr marL="285750" indent="-285750">
              <a:buFont typeface="Arial,Sans-Serif"/>
              <a:buChar char="•"/>
            </a:pPr>
            <a:r>
              <a:rPr lang="en-US" sz="1600">
                <a:latin typeface="Calibri"/>
                <a:ea typeface="Calibri"/>
                <a:cs typeface="Calibri"/>
              </a:rPr>
              <a:t>The extrapolated results show that although the emissions worldwide are expected to decrease eventually but China’s emissions tend to increase. This suggests that focusing on China alone and taking measures that reduce these emissions would bring down the Co2 emissions drastically worldwide.</a:t>
            </a:r>
          </a:p>
          <a:p>
            <a:pPr marL="285750" indent="-285750">
              <a:buFont typeface="Arial"/>
              <a:buChar char="•"/>
            </a:pPr>
            <a:endParaRPr lang="en-US">
              <a:latin typeface="Calibri"/>
              <a:ea typeface="Calibri"/>
              <a:cs typeface="Calibri"/>
            </a:endParaRPr>
          </a:p>
        </p:txBody>
      </p:sp>
    </p:spTree>
    <p:extLst>
      <p:ext uri="{BB962C8B-B14F-4D97-AF65-F5344CB8AC3E}">
        <p14:creationId xmlns:p14="http://schemas.microsoft.com/office/powerpoint/2010/main" val="339040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0" name="Rectangle 89">
            <a:extLst>
              <a:ext uri="{FF2B5EF4-FFF2-40B4-BE49-F238E27FC236}">
                <a16:creationId xmlns:a16="http://schemas.microsoft.com/office/drawing/2014/main" id="{A3C210E6-A35A-4F68-8D60-801A019C75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high angle view of a building&#10;&#10;Description automatically generated">
            <a:extLst>
              <a:ext uri="{FF2B5EF4-FFF2-40B4-BE49-F238E27FC236}">
                <a16:creationId xmlns:a16="http://schemas.microsoft.com/office/drawing/2014/main" id="{52DC32DD-28C9-6261-3FFE-5D375120DE30}"/>
              </a:ext>
            </a:extLst>
          </p:cNvPr>
          <p:cNvPicPr>
            <a:picLocks noChangeAspect="1"/>
          </p:cNvPicPr>
          <p:nvPr/>
        </p:nvPicPr>
        <p:blipFill rotWithShape="1">
          <a:blip r:embed="rId2"/>
          <a:srcRect t="32592" r="1" b="1"/>
          <a:stretch/>
        </p:blipFill>
        <p:spPr>
          <a:xfrm>
            <a:off x="3136389" y="10"/>
            <a:ext cx="4979304" cy="3401558"/>
          </a:xfrm>
          <a:custGeom>
            <a:avLst/>
            <a:gdLst/>
            <a:ahLst/>
            <a:cxnLst/>
            <a:rect l="l" t="t" r="r" b="b"/>
            <a:pathLst>
              <a:path w="4979304" h="3364992">
                <a:moveTo>
                  <a:pt x="0" y="0"/>
                </a:moveTo>
                <a:lnTo>
                  <a:pt x="4211250" y="0"/>
                </a:lnTo>
                <a:lnTo>
                  <a:pt x="4309461" y="192282"/>
                </a:lnTo>
                <a:cubicBezTo>
                  <a:pt x="4697535" y="1033269"/>
                  <a:pt x="4937593" y="2032690"/>
                  <a:pt x="4974907" y="3110424"/>
                </a:cubicBezTo>
                <a:lnTo>
                  <a:pt x="4979304" y="3364992"/>
                </a:lnTo>
                <a:lnTo>
                  <a:pt x="800592" y="3364992"/>
                </a:lnTo>
                <a:lnTo>
                  <a:pt x="797493" y="3185579"/>
                </a:lnTo>
                <a:cubicBezTo>
                  <a:pt x="756786" y="2009870"/>
                  <a:pt x="474799" y="927359"/>
                  <a:pt x="22579" y="42066"/>
                </a:cubicBezTo>
                <a:close/>
              </a:path>
            </a:pathLst>
          </a:custGeom>
        </p:spPr>
      </p:pic>
      <p:pic>
        <p:nvPicPr>
          <p:cNvPr id="7" name="Picture 6">
            <a:extLst>
              <a:ext uri="{FF2B5EF4-FFF2-40B4-BE49-F238E27FC236}">
                <a16:creationId xmlns:a16="http://schemas.microsoft.com/office/drawing/2014/main" id="{A1F88BF5-B25A-D886-BC7A-47B7AB87D4F3}"/>
              </a:ext>
            </a:extLst>
          </p:cNvPr>
          <p:cNvPicPr>
            <a:picLocks noChangeAspect="1"/>
          </p:cNvPicPr>
          <p:nvPr/>
        </p:nvPicPr>
        <p:blipFill rotWithShape="1">
          <a:blip r:embed="rId3"/>
          <a:srcRect t="102" r="-1" b="-1"/>
          <a:stretch/>
        </p:blipFill>
        <p:spPr>
          <a:xfrm>
            <a:off x="7381690" y="3456433"/>
            <a:ext cx="4810310" cy="3401568"/>
          </a:xfrm>
          <a:custGeom>
            <a:avLst/>
            <a:gdLst/>
            <a:ahLst/>
            <a:cxnLst/>
            <a:rect l="l" t="t" r="r" b="b"/>
            <a:pathLst>
              <a:path w="4810310" h="3401568">
                <a:moveTo>
                  <a:pt x="781270" y="0"/>
                </a:moveTo>
                <a:lnTo>
                  <a:pt x="4810310" y="0"/>
                </a:lnTo>
                <a:lnTo>
                  <a:pt x="4810310" y="3401568"/>
                </a:lnTo>
                <a:lnTo>
                  <a:pt x="0" y="3401568"/>
                </a:lnTo>
                <a:lnTo>
                  <a:pt x="1963" y="3397912"/>
                </a:lnTo>
                <a:cubicBezTo>
                  <a:pt x="454182" y="2512619"/>
                  <a:pt x="736170" y="1430108"/>
                  <a:pt x="776876" y="254399"/>
                </a:cubicBezTo>
                <a:close/>
              </a:path>
            </a:pathLst>
          </a:custGeom>
        </p:spPr>
      </p:pic>
      <p:pic>
        <p:nvPicPr>
          <p:cNvPr id="4" name="Picture 3" descr="A yellow excavator in a dump&#10;&#10;Description automatically generated">
            <a:extLst>
              <a:ext uri="{FF2B5EF4-FFF2-40B4-BE49-F238E27FC236}">
                <a16:creationId xmlns:a16="http://schemas.microsoft.com/office/drawing/2014/main" id="{062FEE0B-36C7-EDE2-BA23-31E2CABED1D6}"/>
              </a:ext>
            </a:extLst>
          </p:cNvPr>
          <p:cNvPicPr>
            <a:picLocks noChangeAspect="1"/>
          </p:cNvPicPr>
          <p:nvPr/>
        </p:nvPicPr>
        <p:blipFill rotWithShape="1">
          <a:blip r:embed="rId4"/>
          <a:srcRect l="24331" r="-2" b="-2"/>
          <a:stretch/>
        </p:blipFill>
        <p:spPr>
          <a:xfrm>
            <a:off x="3189428" y="3456432"/>
            <a:ext cx="4925479" cy="3401568"/>
          </a:xfrm>
          <a:custGeom>
            <a:avLst/>
            <a:gdLst/>
            <a:ahLst/>
            <a:cxnLst/>
            <a:rect l="l" t="t" r="r" b="b"/>
            <a:pathLst>
              <a:path w="4925479" h="3364992">
                <a:moveTo>
                  <a:pt x="749362" y="0"/>
                </a:moveTo>
                <a:lnTo>
                  <a:pt x="4925479" y="0"/>
                </a:lnTo>
                <a:lnTo>
                  <a:pt x="4921868" y="209033"/>
                </a:lnTo>
                <a:cubicBezTo>
                  <a:pt x="4884554" y="1286766"/>
                  <a:pt x="4644496" y="2286187"/>
                  <a:pt x="4256422" y="3127175"/>
                </a:cubicBezTo>
                <a:lnTo>
                  <a:pt x="4134952" y="3364992"/>
                </a:lnTo>
                <a:lnTo>
                  <a:pt x="0" y="3364992"/>
                </a:lnTo>
                <a:lnTo>
                  <a:pt x="79008" y="3202330"/>
                </a:lnTo>
                <a:cubicBezTo>
                  <a:pt x="467082" y="2361343"/>
                  <a:pt x="707140" y="1361922"/>
                  <a:pt x="744454" y="284189"/>
                </a:cubicBezTo>
                <a:close/>
              </a:path>
            </a:pathLst>
          </a:custGeom>
        </p:spPr>
      </p:pic>
      <p:sp useBgFill="1">
        <p:nvSpPr>
          <p:cNvPr id="91" name="Freeform: Shape 90">
            <a:extLst>
              <a:ext uri="{FF2B5EF4-FFF2-40B4-BE49-F238E27FC236}">
                <a16:creationId xmlns:a16="http://schemas.microsoft.com/office/drawing/2014/main" id="{AC0D06B0-F19C-459E-B221-A34B506FB5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945815" cy="6858000"/>
          </a:xfrm>
          <a:custGeom>
            <a:avLst/>
            <a:gdLst>
              <a:gd name="connsiteX0" fmla="*/ 0 w 3945815"/>
              <a:gd name="connsiteY0" fmla="*/ 0 h 6858000"/>
              <a:gd name="connsiteX1" fmla="*/ 3138662 w 3945815"/>
              <a:gd name="connsiteY1" fmla="*/ 0 h 6858000"/>
              <a:gd name="connsiteX2" fmla="*/ 3275260 w 3945815"/>
              <a:gd name="connsiteY2" fmla="*/ 267438 h 6858000"/>
              <a:gd name="connsiteX3" fmla="*/ 3945815 w 3945815"/>
              <a:gd name="connsiteY3" fmla="*/ 3481388 h 6858000"/>
              <a:gd name="connsiteX4" fmla="*/ 3275260 w 3945815"/>
              <a:gd name="connsiteY4" fmla="*/ 6695338 h 6858000"/>
              <a:gd name="connsiteX5" fmla="*/ 3192177 w 3945815"/>
              <a:gd name="connsiteY5" fmla="*/ 6858000 h 6858000"/>
              <a:gd name="connsiteX6" fmla="*/ 0 w 394581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45815" h="6858000">
                <a:moveTo>
                  <a:pt x="0" y="0"/>
                </a:moveTo>
                <a:lnTo>
                  <a:pt x="3138662" y="0"/>
                </a:lnTo>
                <a:lnTo>
                  <a:pt x="3275260" y="267438"/>
                </a:lnTo>
                <a:cubicBezTo>
                  <a:pt x="3698614" y="1184879"/>
                  <a:pt x="3945815" y="2290869"/>
                  <a:pt x="3945815" y="3481388"/>
                </a:cubicBezTo>
                <a:cubicBezTo>
                  <a:pt x="3945815" y="4671908"/>
                  <a:pt x="3698614" y="5777898"/>
                  <a:pt x="3275260" y="6695338"/>
                </a:cubicBezTo>
                <a:lnTo>
                  <a:pt x="3192177"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92" name="Freeform: Shape 91">
            <a:extLst>
              <a:ext uri="{FF2B5EF4-FFF2-40B4-BE49-F238E27FC236}">
                <a16:creationId xmlns:a16="http://schemas.microsoft.com/office/drawing/2014/main" id="{345B26DA-1C6B-4C66-81C9-9C1877FC2D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936670" cy="6858000"/>
          </a:xfrm>
          <a:custGeom>
            <a:avLst/>
            <a:gdLst>
              <a:gd name="connsiteX0" fmla="*/ 0 w 3936670"/>
              <a:gd name="connsiteY0" fmla="*/ 0 h 6858000"/>
              <a:gd name="connsiteX1" fmla="*/ 3129517 w 3936670"/>
              <a:gd name="connsiteY1" fmla="*/ 0 h 6858000"/>
              <a:gd name="connsiteX2" fmla="*/ 3266115 w 3936670"/>
              <a:gd name="connsiteY2" fmla="*/ 267438 h 6858000"/>
              <a:gd name="connsiteX3" fmla="*/ 3936670 w 3936670"/>
              <a:gd name="connsiteY3" fmla="*/ 3481388 h 6858000"/>
              <a:gd name="connsiteX4" fmla="*/ 3266115 w 3936670"/>
              <a:gd name="connsiteY4" fmla="*/ 6695338 h 6858000"/>
              <a:gd name="connsiteX5" fmla="*/ 3183032 w 3936670"/>
              <a:gd name="connsiteY5" fmla="*/ 6858000 h 6858000"/>
              <a:gd name="connsiteX6" fmla="*/ 0 w 39366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36670" h="6858000">
                <a:moveTo>
                  <a:pt x="0" y="0"/>
                </a:moveTo>
                <a:lnTo>
                  <a:pt x="3129517" y="0"/>
                </a:lnTo>
                <a:lnTo>
                  <a:pt x="3266115" y="267438"/>
                </a:lnTo>
                <a:cubicBezTo>
                  <a:pt x="3689469" y="1184879"/>
                  <a:pt x="3936670" y="2290869"/>
                  <a:pt x="3936670" y="3481388"/>
                </a:cubicBezTo>
                <a:cubicBezTo>
                  <a:pt x="3936670" y="4671908"/>
                  <a:pt x="3689469" y="5777898"/>
                  <a:pt x="3266115" y="6695338"/>
                </a:cubicBezTo>
                <a:lnTo>
                  <a:pt x="3183032"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081D615-AF9C-CEC7-2576-427A25B33D74}"/>
              </a:ext>
            </a:extLst>
          </p:cNvPr>
          <p:cNvSpPr>
            <a:spLocks noGrp="1"/>
          </p:cNvSpPr>
          <p:nvPr>
            <p:ph type="title"/>
          </p:nvPr>
        </p:nvSpPr>
        <p:spPr>
          <a:xfrm>
            <a:off x="350689" y="2256367"/>
            <a:ext cx="3240446" cy="2504865"/>
          </a:xfrm>
        </p:spPr>
        <p:txBody>
          <a:bodyPr>
            <a:noAutofit/>
          </a:bodyPr>
          <a:lstStyle/>
          <a:p>
            <a:pPr algn="ctr"/>
            <a:r>
              <a:rPr lang="en-US" i="1">
                <a:latin typeface="Calibri"/>
                <a:ea typeface="Calibri"/>
                <a:cs typeface="Calibri"/>
              </a:rPr>
              <a:t>Carbon Emissions in the Waste Sector</a:t>
            </a:r>
          </a:p>
        </p:txBody>
      </p:sp>
      <p:sp>
        <p:nvSpPr>
          <p:cNvPr id="93" name="Rectangle 92">
            <a:extLst>
              <a:ext uri="{FF2B5EF4-FFF2-40B4-BE49-F238E27FC236}">
                <a16:creationId xmlns:a16="http://schemas.microsoft.com/office/drawing/2014/main" id="{98DE6C44-43F8-4DE4-AB81-66853FFEA0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005840"/>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4" name="Rectangle 93">
            <a:extLst>
              <a:ext uri="{FF2B5EF4-FFF2-40B4-BE49-F238E27FC236}">
                <a16:creationId xmlns:a16="http://schemas.microsoft.com/office/drawing/2014/main" id="{2409529B-9B56-4F10-BE4D-F934DB89E5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912" y="2089941"/>
            <a:ext cx="2834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04BDCE0-AD1E-B21E-F311-477FAA6ACD4E}"/>
              </a:ext>
            </a:extLst>
          </p:cNvPr>
          <p:cNvSpPr>
            <a:spLocks noGrp="1"/>
          </p:cNvSpPr>
          <p:nvPr>
            <p:ph idx="1"/>
          </p:nvPr>
        </p:nvSpPr>
        <p:spPr>
          <a:xfrm>
            <a:off x="448056" y="2258568"/>
            <a:ext cx="2807208" cy="3922776"/>
          </a:xfrm>
        </p:spPr>
        <p:txBody>
          <a:bodyPr vert="horz" lIns="91440" tIns="45720" rIns="91440" bIns="45720" rtlCol="0">
            <a:normAutofit/>
          </a:bodyPr>
          <a:lstStyle/>
          <a:p>
            <a:endParaRPr lang="en-US" sz="1700">
              <a:latin typeface="Calibri"/>
              <a:cs typeface="Helvetica"/>
            </a:endParaRPr>
          </a:p>
          <a:p>
            <a:endParaRPr lang="en-US" sz="1700"/>
          </a:p>
        </p:txBody>
      </p:sp>
      <p:pic>
        <p:nvPicPr>
          <p:cNvPr id="5" name="Picture 4" descr="A person&amp;#39;s hands picking up vegetables in a garden&#10;&#10;Description automatically generated">
            <a:extLst>
              <a:ext uri="{FF2B5EF4-FFF2-40B4-BE49-F238E27FC236}">
                <a16:creationId xmlns:a16="http://schemas.microsoft.com/office/drawing/2014/main" id="{3337EEF9-127A-E717-C8F6-1127483BA9A6}"/>
              </a:ext>
            </a:extLst>
          </p:cNvPr>
          <p:cNvPicPr>
            <a:picLocks noChangeAspect="1"/>
          </p:cNvPicPr>
          <p:nvPr/>
        </p:nvPicPr>
        <p:blipFill rotWithShape="1">
          <a:blip r:embed="rId5"/>
          <a:srcRect l="6338" r="1" b="1"/>
          <a:stretch/>
        </p:blipFill>
        <p:spPr>
          <a:xfrm>
            <a:off x="7404372" y="10"/>
            <a:ext cx="4787628" cy="3401558"/>
          </a:xfrm>
          <a:custGeom>
            <a:avLst/>
            <a:gdLst/>
            <a:ahLst/>
            <a:cxnLst/>
            <a:rect l="l" t="t" r="r" b="b"/>
            <a:pathLst>
              <a:path w="4787628" h="3401568">
                <a:moveTo>
                  <a:pt x="0" y="0"/>
                </a:moveTo>
                <a:lnTo>
                  <a:pt x="4787628" y="0"/>
                </a:lnTo>
                <a:lnTo>
                  <a:pt x="4787628" y="3401568"/>
                </a:lnTo>
                <a:lnTo>
                  <a:pt x="762748" y="3401568"/>
                </a:lnTo>
                <a:lnTo>
                  <a:pt x="751436" y="2963954"/>
                </a:lnTo>
                <a:cubicBezTo>
                  <a:pt x="698408" y="1942163"/>
                  <a:pt x="463174" y="995044"/>
                  <a:pt x="93264" y="192283"/>
                </a:cubicBezTo>
                <a:close/>
              </a:path>
            </a:pathLst>
          </a:custGeom>
        </p:spPr>
      </p:pic>
    </p:spTree>
    <p:extLst>
      <p:ext uri="{BB962C8B-B14F-4D97-AF65-F5344CB8AC3E}">
        <p14:creationId xmlns:p14="http://schemas.microsoft.com/office/powerpoint/2010/main" val="2181605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25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2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25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25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6CB3C-12C0-DAEB-3079-9F34D3DCD8EE}"/>
              </a:ext>
            </a:extLst>
          </p:cNvPr>
          <p:cNvSpPr>
            <a:spLocks noGrp="1"/>
          </p:cNvSpPr>
          <p:nvPr>
            <p:ph type="title"/>
          </p:nvPr>
        </p:nvSpPr>
        <p:spPr/>
        <p:txBody>
          <a:bodyPr/>
          <a:lstStyle/>
          <a:p>
            <a:r>
              <a:rPr lang="en-US" i="1">
                <a:latin typeface="Calibri"/>
                <a:ea typeface="Calibri"/>
                <a:cs typeface="Calibri"/>
              </a:rPr>
              <a:t>Best Waste Management Country</a:t>
            </a:r>
          </a:p>
        </p:txBody>
      </p:sp>
      <p:pic>
        <p:nvPicPr>
          <p:cNvPr id="10" name="Content Placeholder 9" descr="A map of japan with red dots&#10;&#10;Description automatically generated">
            <a:extLst>
              <a:ext uri="{FF2B5EF4-FFF2-40B4-BE49-F238E27FC236}">
                <a16:creationId xmlns:a16="http://schemas.microsoft.com/office/drawing/2014/main" id="{589D1B17-8310-3336-A0E9-0A558DF757A6}"/>
              </a:ext>
            </a:extLst>
          </p:cNvPr>
          <p:cNvPicPr>
            <a:picLocks noGrp="1" noChangeAspect="1"/>
          </p:cNvPicPr>
          <p:nvPr>
            <p:ph idx="1"/>
          </p:nvPr>
        </p:nvPicPr>
        <p:blipFill>
          <a:blip r:embed="rId2"/>
          <a:stretch>
            <a:fillRect/>
          </a:stretch>
        </p:blipFill>
        <p:spPr>
          <a:xfrm>
            <a:off x="1836888" y="2331274"/>
            <a:ext cx="2422225" cy="2879964"/>
          </a:xfrm>
        </p:spPr>
      </p:pic>
      <p:pic>
        <p:nvPicPr>
          <p:cNvPr id="11" name="Picture 10" descr="A graph of different colored lines&#10;&#10;Description automatically generated">
            <a:extLst>
              <a:ext uri="{FF2B5EF4-FFF2-40B4-BE49-F238E27FC236}">
                <a16:creationId xmlns:a16="http://schemas.microsoft.com/office/drawing/2014/main" id="{06835289-AF24-2CD7-FB12-B9D70E0FC046}"/>
              </a:ext>
            </a:extLst>
          </p:cNvPr>
          <p:cNvPicPr>
            <a:picLocks noChangeAspect="1"/>
          </p:cNvPicPr>
          <p:nvPr/>
        </p:nvPicPr>
        <p:blipFill>
          <a:blip r:embed="rId3"/>
          <a:stretch>
            <a:fillRect/>
          </a:stretch>
        </p:blipFill>
        <p:spPr>
          <a:xfrm>
            <a:off x="5304347" y="1710007"/>
            <a:ext cx="5661802" cy="3774384"/>
          </a:xfrm>
          <a:prstGeom prst="rect">
            <a:avLst/>
          </a:prstGeom>
        </p:spPr>
      </p:pic>
    </p:spTree>
    <p:extLst>
      <p:ext uri="{BB962C8B-B14F-4D97-AF65-F5344CB8AC3E}">
        <p14:creationId xmlns:p14="http://schemas.microsoft.com/office/powerpoint/2010/main" val="3732419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ppt_x"/>
                                          </p:val>
                                        </p:tav>
                                        <p:tav tm="100000">
                                          <p:val>
                                            <p:strVal val="#ppt_x"/>
                                          </p:val>
                                        </p:tav>
                                      </p:tavLst>
                                    </p:anim>
                                    <p:anim calcmode="lin" valueType="num">
                                      <p:cBhvr additive="base">
                                        <p:cTn id="13"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57E25-B96D-3C99-CBCA-FE6C0357A415}"/>
              </a:ext>
            </a:extLst>
          </p:cNvPr>
          <p:cNvSpPr>
            <a:spLocks noGrp="1"/>
          </p:cNvSpPr>
          <p:nvPr>
            <p:ph type="title"/>
          </p:nvPr>
        </p:nvSpPr>
        <p:spPr/>
        <p:txBody>
          <a:bodyPr/>
          <a:lstStyle/>
          <a:p>
            <a:r>
              <a:rPr lang="en-US" i="1">
                <a:latin typeface="Calibri"/>
                <a:ea typeface="Calibri"/>
                <a:cs typeface="Calibri"/>
              </a:rPr>
              <a:t>Global Temperature due to Co2 Emissions</a:t>
            </a:r>
          </a:p>
        </p:txBody>
      </p:sp>
      <p:pic>
        <p:nvPicPr>
          <p:cNvPr id="1026" name="Picture 2" descr="What is Climate Change? - Golden Gate National Recreation Area (U.S.  National Park Service)">
            <a:extLst>
              <a:ext uri="{FF2B5EF4-FFF2-40B4-BE49-F238E27FC236}">
                <a16:creationId xmlns:a16="http://schemas.microsoft.com/office/drawing/2014/main" id="{749AC6AB-8404-E771-36DB-452D6D92BB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5516" y="2113107"/>
            <a:ext cx="6710227" cy="396322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A6544ABE-A26D-E78E-8696-835E1BACF3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8625" y="1506947"/>
            <a:ext cx="3853246" cy="241612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8A8C688D-5482-6D07-2C2D-E2B559CF37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48625" y="4094721"/>
            <a:ext cx="3853246" cy="23800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8442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p:cTn id="7" dur="500" fill="hold"/>
                                        <p:tgtEl>
                                          <p:spTgt spid="1026"/>
                                        </p:tgtEl>
                                        <p:attrNameLst>
                                          <p:attrName>ppt_w</p:attrName>
                                        </p:attrNameLst>
                                      </p:cBhvr>
                                      <p:tavLst>
                                        <p:tav tm="0">
                                          <p:val>
                                            <p:fltVal val="0"/>
                                          </p:val>
                                        </p:tav>
                                        <p:tav tm="100000">
                                          <p:val>
                                            <p:strVal val="#ppt_w"/>
                                          </p:val>
                                        </p:tav>
                                      </p:tavLst>
                                    </p:anim>
                                    <p:anim calcmode="lin" valueType="num">
                                      <p:cBhvr>
                                        <p:cTn id="8" dur="500" fill="hold"/>
                                        <p:tgtEl>
                                          <p:spTgt spid="1026"/>
                                        </p:tgtEl>
                                        <p:attrNameLst>
                                          <p:attrName>ppt_h</p:attrName>
                                        </p:attrNameLst>
                                      </p:cBhvr>
                                      <p:tavLst>
                                        <p:tav tm="0">
                                          <p:val>
                                            <p:fltVal val="0"/>
                                          </p:val>
                                        </p:tav>
                                        <p:tav tm="100000">
                                          <p:val>
                                            <p:strVal val="#ppt_h"/>
                                          </p:val>
                                        </p:tav>
                                      </p:tavLst>
                                    </p:anim>
                                    <p:animEffect transition="in" filter="fade">
                                      <p:cBhvr>
                                        <p:cTn id="9" dur="500"/>
                                        <p:tgtEl>
                                          <p:spTgt spid="1026"/>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28"/>
                                        </p:tgtEl>
                                        <p:attrNameLst>
                                          <p:attrName>style.visibility</p:attrName>
                                        </p:attrNameLst>
                                      </p:cBhvr>
                                      <p:to>
                                        <p:strVal val="visible"/>
                                      </p:to>
                                    </p:set>
                                    <p:animEffect transition="in" filter="fade">
                                      <p:cBhvr>
                                        <p:cTn id="14" dur="1000"/>
                                        <p:tgtEl>
                                          <p:spTgt spid="1028"/>
                                        </p:tgtEl>
                                      </p:cBhvr>
                                    </p:animEffect>
                                    <p:anim calcmode="lin" valueType="num">
                                      <p:cBhvr>
                                        <p:cTn id="15" dur="1000" fill="hold"/>
                                        <p:tgtEl>
                                          <p:spTgt spid="1028"/>
                                        </p:tgtEl>
                                        <p:attrNameLst>
                                          <p:attrName>ppt_x</p:attrName>
                                        </p:attrNameLst>
                                      </p:cBhvr>
                                      <p:tavLst>
                                        <p:tav tm="0">
                                          <p:val>
                                            <p:strVal val="#ppt_x"/>
                                          </p:val>
                                        </p:tav>
                                        <p:tav tm="100000">
                                          <p:val>
                                            <p:strVal val="#ppt_x"/>
                                          </p:val>
                                        </p:tav>
                                      </p:tavLst>
                                    </p:anim>
                                    <p:anim calcmode="lin" valueType="num">
                                      <p:cBhvr>
                                        <p:cTn id="16" dur="1000" fill="hold"/>
                                        <p:tgtEl>
                                          <p:spTgt spid="102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30"/>
                                        </p:tgtEl>
                                        <p:attrNameLst>
                                          <p:attrName>style.visibility</p:attrName>
                                        </p:attrNameLst>
                                      </p:cBhvr>
                                      <p:to>
                                        <p:strVal val="visible"/>
                                      </p:to>
                                    </p:set>
                                    <p:animEffect transition="in" filter="fade">
                                      <p:cBhvr>
                                        <p:cTn id="21" dur="1000"/>
                                        <p:tgtEl>
                                          <p:spTgt spid="1030"/>
                                        </p:tgtEl>
                                      </p:cBhvr>
                                    </p:animEffect>
                                    <p:anim calcmode="lin" valueType="num">
                                      <p:cBhvr>
                                        <p:cTn id="22" dur="1000" fill="hold"/>
                                        <p:tgtEl>
                                          <p:spTgt spid="1030"/>
                                        </p:tgtEl>
                                        <p:attrNameLst>
                                          <p:attrName>ppt_x</p:attrName>
                                        </p:attrNameLst>
                                      </p:cBhvr>
                                      <p:tavLst>
                                        <p:tav tm="0">
                                          <p:val>
                                            <p:strVal val="#ppt_x"/>
                                          </p:val>
                                        </p:tav>
                                        <p:tav tm="100000">
                                          <p:val>
                                            <p:strVal val="#ppt_x"/>
                                          </p:val>
                                        </p:tav>
                                      </p:tavLst>
                                    </p:anim>
                                    <p:anim calcmode="lin" valueType="num">
                                      <p:cBhvr>
                                        <p:cTn id="23" dur="1000" fill="hold"/>
                                        <p:tgtEl>
                                          <p:spTgt spid="10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139F6-446D-2AF5-32A6-E9227F29B7A8}"/>
              </a:ext>
            </a:extLst>
          </p:cNvPr>
          <p:cNvSpPr>
            <a:spLocks noGrp="1"/>
          </p:cNvSpPr>
          <p:nvPr>
            <p:ph type="title"/>
          </p:nvPr>
        </p:nvSpPr>
        <p:spPr/>
        <p:txBody>
          <a:bodyPr>
            <a:normAutofit/>
          </a:bodyPr>
          <a:lstStyle/>
          <a:p>
            <a:r>
              <a:rPr lang="en-US" i="1">
                <a:latin typeface="Calibri"/>
                <a:ea typeface="+mj-lt"/>
                <a:cs typeface="+mj-lt"/>
              </a:rPr>
              <a:t>Dashboard for Global Temperatures</a:t>
            </a:r>
            <a:endParaRPr lang="en-US" i="1">
              <a:latin typeface="Calibri"/>
            </a:endParaRPr>
          </a:p>
        </p:txBody>
      </p:sp>
      <p:sp>
        <p:nvSpPr>
          <p:cNvPr id="3" name="Content Placeholder 2">
            <a:extLst>
              <a:ext uri="{FF2B5EF4-FFF2-40B4-BE49-F238E27FC236}">
                <a16:creationId xmlns:a16="http://schemas.microsoft.com/office/drawing/2014/main" id="{FD29C5F9-F10F-6C2A-7F66-687E9B702E8C}"/>
              </a:ext>
            </a:extLst>
          </p:cNvPr>
          <p:cNvSpPr>
            <a:spLocks noGrp="1"/>
          </p:cNvSpPr>
          <p:nvPr>
            <p:ph idx="1"/>
          </p:nvPr>
        </p:nvSpPr>
        <p:spPr/>
        <p:txBody>
          <a:bodyPr vert="horz" lIns="91440" tIns="45720" rIns="91440" bIns="45720" rtlCol="0" anchor="t">
            <a:normAutofit/>
          </a:bodyPr>
          <a:lstStyle/>
          <a:p>
            <a:pPr marL="0" indent="0">
              <a:buNone/>
            </a:pPr>
            <a:br>
              <a:rPr lang="en-US"/>
            </a:br>
            <a:r>
              <a:rPr lang="en-US"/>
              <a:t> </a:t>
            </a:r>
          </a:p>
        </p:txBody>
      </p:sp>
      <p:pic>
        <p:nvPicPr>
          <p:cNvPr id="4" name="Picture 3" descr="A thermometer and earth&#10;&#10;Description automatically generated">
            <a:extLst>
              <a:ext uri="{FF2B5EF4-FFF2-40B4-BE49-F238E27FC236}">
                <a16:creationId xmlns:a16="http://schemas.microsoft.com/office/drawing/2014/main" id="{115B4D26-3638-44D2-8C3F-22264FE0F0EF}"/>
              </a:ext>
            </a:extLst>
          </p:cNvPr>
          <p:cNvPicPr>
            <a:picLocks noChangeAspect="1"/>
          </p:cNvPicPr>
          <p:nvPr/>
        </p:nvPicPr>
        <p:blipFill>
          <a:blip r:embed="rId2"/>
          <a:stretch>
            <a:fillRect/>
          </a:stretch>
        </p:blipFill>
        <p:spPr>
          <a:xfrm>
            <a:off x="11130390" y="230188"/>
            <a:ext cx="820972" cy="752901"/>
          </a:xfrm>
          <a:prstGeom prst="rect">
            <a:avLst/>
          </a:prstGeom>
        </p:spPr>
      </p:pic>
      <mc:AlternateContent xmlns:mc="http://schemas.openxmlformats.org/markup-compatibility/2006">
        <mc:Choice xmlns:we="http://schemas.microsoft.com/office/webextensions/webextension/2010/11" xmlns:pca="http://schemas.microsoft.com/office/powerpoint/2013/contentapp" Requires="we pca">
          <p:graphicFrame>
            <p:nvGraphicFramePr>
              <p:cNvPr id="5" name="Add-in 4">
                <a:extLst>
                  <a:ext uri="{FF2B5EF4-FFF2-40B4-BE49-F238E27FC236}">
                    <a16:creationId xmlns:a16="http://schemas.microsoft.com/office/drawing/2014/main" id="{5982CE2B-CB4C-E37B-7DAB-FA2A3ECB8EF3}"/>
                  </a:ext>
                </a:extLst>
              </p:cNvPr>
              <p:cNvGraphicFramePr>
                <a:graphicFrameLocks noGrp="1"/>
              </p:cNvGraphicFramePr>
              <p:nvPr>
                <p:extLst>
                  <p:ext uri="{D42A27DB-BD31-4B8C-83A1-F6EECF244321}">
                    <p14:modId xmlns:p14="http://schemas.microsoft.com/office/powerpoint/2010/main" val="2173321740"/>
                  </p:ext>
                </p:extLst>
              </p:nvPr>
            </p:nvGraphicFramePr>
            <p:xfrm>
              <a:off x="838200" y="1474840"/>
              <a:ext cx="10847916" cy="5152972"/>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5" name="Add-in 4">
                <a:extLst>
                  <a:ext uri="{FF2B5EF4-FFF2-40B4-BE49-F238E27FC236}">
                    <a16:creationId xmlns:a16="http://schemas.microsoft.com/office/drawing/2014/main" id="{5982CE2B-CB4C-E37B-7DAB-FA2A3ECB8EF3}"/>
                  </a:ext>
                </a:extLst>
              </p:cNvPr>
              <p:cNvPicPr>
                <a:picLocks noGrp="1" noRot="1" noChangeAspect="1" noMove="1" noResize="1" noEditPoints="1" noAdjustHandles="1" noChangeArrowheads="1" noChangeShapeType="1"/>
              </p:cNvPicPr>
              <p:nvPr/>
            </p:nvPicPr>
            <p:blipFill>
              <a:blip r:embed="rId4"/>
              <a:stretch>
                <a:fillRect/>
              </a:stretch>
            </p:blipFill>
            <p:spPr>
              <a:xfrm>
                <a:off x="838200" y="1474840"/>
                <a:ext cx="10847916" cy="5152972"/>
              </a:xfrm>
              <a:prstGeom prst="rect">
                <a:avLst/>
              </a:prstGeom>
            </p:spPr>
          </p:pic>
        </mc:Fallback>
      </mc:AlternateContent>
    </p:spTree>
    <p:extLst>
      <p:ext uri="{BB962C8B-B14F-4D97-AF65-F5344CB8AC3E}">
        <p14:creationId xmlns:p14="http://schemas.microsoft.com/office/powerpoint/2010/main" val="21398328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658C4A5-4DAB-520A-48D9-9FF961220A78}"/>
              </a:ext>
            </a:extLst>
          </p:cNvPr>
          <p:cNvSpPr>
            <a:spLocks noGrp="1"/>
          </p:cNvSpPr>
          <p:nvPr>
            <p:ph type="title"/>
          </p:nvPr>
        </p:nvSpPr>
        <p:spPr>
          <a:xfrm>
            <a:off x="691622" y="365125"/>
            <a:ext cx="11158007" cy="1336146"/>
          </a:xfrm>
        </p:spPr>
        <p:txBody>
          <a:bodyPr>
            <a:normAutofit/>
          </a:bodyPr>
          <a:lstStyle/>
          <a:p>
            <a:r>
              <a:rPr lang="en-US" i="1">
                <a:solidFill>
                  <a:srgbClr val="000000"/>
                </a:solidFill>
                <a:effectLst/>
                <a:latin typeface="Calibri"/>
                <a:cs typeface="Calibri"/>
              </a:rPr>
              <a:t>CO2 Emission for most polluting countries &amp; their forest coverage </a:t>
            </a:r>
            <a:r>
              <a:rPr lang="en-US" sz="800" i="1">
                <a:solidFill>
                  <a:srgbClr val="000000"/>
                </a:solidFill>
                <a:effectLst/>
                <a:latin typeface="Calibri"/>
                <a:cs typeface="Calibri"/>
                <a:hlinkClick r:id="rId2"/>
              </a:rPr>
              <a:t>Link</a:t>
            </a:r>
            <a:endParaRPr lang="en-US" sz="800" i="1">
              <a:effectLst/>
              <a:latin typeface="Calibri"/>
              <a:cs typeface="Calibri"/>
            </a:endParaRPr>
          </a:p>
        </p:txBody>
      </p:sp>
      <p:pic>
        <p:nvPicPr>
          <p:cNvPr id="21" name="Content Placeholder 20">
            <a:extLst>
              <a:ext uri="{FF2B5EF4-FFF2-40B4-BE49-F238E27FC236}">
                <a16:creationId xmlns:a16="http://schemas.microsoft.com/office/drawing/2014/main" id="{EEFE79EB-21BA-B31B-BC6B-5F54EA672B2F}"/>
              </a:ext>
            </a:extLst>
          </p:cNvPr>
          <p:cNvPicPr>
            <a:picLocks noGrp="1" noChangeAspect="1"/>
          </p:cNvPicPr>
          <p:nvPr>
            <p:ph sz="half" idx="2"/>
          </p:nvPr>
        </p:nvPicPr>
        <p:blipFill>
          <a:blip r:embed="rId3"/>
          <a:stretch>
            <a:fillRect/>
          </a:stretch>
        </p:blipFill>
        <p:spPr>
          <a:xfrm>
            <a:off x="700088" y="2505074"/>
            <a:ext cx="5061510" cy="3789171"/>
          </a:xfrm>
          <a:prstGeom prst="rect">
            <a:avLst/>
          </a:prstGeom>
        </p:spPr>
      </p:pic>
      <p:pic>
        <p:nvPicPr>
          <p:cNvPr id="36" name="Content Placeholder 35">
            <a:extLst>
              <a:ext uri="{FF2B5EF4-FFF2-40B4-BE49-F238E27FC236}">
                <a16:creationId xmlns:a16="http://schemas.microsoft.com/office/drawing/2014/main" id="{05BF2BF4-498A-4E2A-C34F-05A2A1A0BD57}"/>
              </a:ext>
            </a:extLst>
          </p:cNvPr>
          <p:cNvPicPr>
            <a:picLocks noGrp="1" noChangeAspect="1"/>
          </p:cNvPicPr>
          <p:nvPr>
            <p:ph sz="quarter" idx="4"/>
          </p:nvPr>
        </p:nvPicPr>
        <p:blipFill>
          <a:blip r:embed="rId4"/>
          <a:stretch>
            <a:fillRect/>
          </a:stretch>
        </p:blipFill>
        <p:spPr>
          <a:xfrm>
            <a:off x="6095999" y="2505075"/>
            <a:ext cx="5762625" cy="3987800"/>
          </a:xfrm>
          <a:prstGeom prst="rect">
            <a:avLst/>
          </a:prstGeom>
        </p:spPr>
      </p:pic>
    </p:spTree>
    <p:extLst>
      <p:ext uri="{BB962C8B-B14F-4D97-AF65-F5344CB8AC3E}">
        <p14:creationId xmlns:p14="http://schemas.microsoft.com/office/powerpoint/2010/main" val="1155478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24E86-CD9B-D8D1-0FB7-6954F10429EC}"/>
              </a:ext>
            </a:extLst>
          </p:cNvPr>
          <p:cNvSpPr>
            <a:spLocks noGrp="1"/>
          </p:cNvSpPr>
          <p:nvPr>
            <p:ph type="title"/>
          </p:nvPr>
        </p:nvSpPr>
        <p:spPr/>
        <p:txBody>
          <a:bodyPr/>
          <a:lstStyle/>
          <a:p>
            <a:r>
              <a:rPr lang="en-US" i="1">
                <a:latin typeface="Calibri"/>
                <a:cs typeface="Calibri"/>
              </a:rPr>
              <a:t>Recommendations</a:t>
            </a:r>
            <a:endParaRPr lang="en-US"/>
          </a:p>
        </p:txBody>
      </p:sp>
      <p:grpSp>
        <p:nvGrpSpPr>
          <p:cNvPr id="4" name="Google Shape;11415;p60">
            <a:extLst>
              <a:ext uri="{FF2B5EF4-FFF2-40B4-BE49-F238E27FC236}">
                <a16:creationId xmlns:a16="http://schemas.microsoft.com/office/drawing/2014/main" id="{2760B558-ABDE-469C-4973-92F4BFC48F0E}"/>
              </a:ext>
            </a:extLst>
          </p:cNvPr>
          <p:cNvGrpSpPr/>
          <p:nvPr/>
        </p:nvGrpSpPr>
        <p:grpSpPr>
          <a:xfrm rot="16200000">
            <a:off x="-755490" y="3303654"/>
            <a:ext cx="4605193" cy="1391260"/>
            <a:chOff x="3573092" y="3906900"/>
            <a:chExt cx="3148148" cy="987304"/>
          </a:xfrm>
        </p:grpSpPr>
        <p:grpSp>
          <p:nvGrpSpPr>
            <p:cNvPr id="5" name="Google Shape;11416;p60">
              <a:extLst>
                <a:ext uri="{FF2B5EF4-FFF2-40B4-BE49-F238E27FC236}">
                  <a16:creationId xmlns:a16="http://schemas.microsoft.com/office/drawing/2014/main" id="{3755C29C-B9E3-8270-131F-DF037068BD0F}"/>
                </a:ext>
              </a:extLst>
            </p:cNvPr>
            <p:cNvGrpSpPr/>
            <p:nvPr/>
          </p:nvGrpSpPr>
          <p:grpSpPr>
            <a:xfrm>
              <a:off x="5909905" y="3906900"/>
              <a:ext cx="811335" cy="987304"/>
              <a:chOff x="5909905" y="3906900"/>
              <a:chExt cx="1090650" cy="1327200"/>
            </a:xfrm>
          </p:grpSpPr>
          <p:sp>
            <p:nvSpPr>
              <p:cNvPr id="18" name="Google Shape;11417;p60">
                <a:extLst>
                  <a:ext uri="{FF2B5EF4-FFF2-40B4-BE49-F238E27FC236}">
                    <a16:creationId xmlns:a16="http://schemas.microsoft.com/office/drawing/2014/main" id="{89C2F295-4E5D-8A82-3FED-D1A5EA958BA9}"/>
                  </a:ext>
                </a:extLst>
              </p:cNvPr>
              <p:cNvSpPr/>
              <p:nvPr/>
            </p:nvSpPr>
            <p:spPr>
              <a:xfrm>
                <a:off x="6084955" y="4082025"/>
                <a:ext cx="740475" cy="740375"/>
              </a:xfrm>
              <a:custGeom>
                <a:avLst/>
                <a:gdLst/>
                <a:ahLst/>
                <a:cxnLst/>
                <a:rect l="l" t="t" r="r" b="b"/>
                <a:pathLst>
                  <a:path w="29619" h="29615" extrusionOk="0">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noFill/>
              <a:ln w="19050"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9" name="Google Shape;11418;p60">
                <a:extLst>
                  <a:ext uri="{FF2B5EF4-FFF2-40B4-BE49-F238E27FC236}">
                    <a16:creationId xmlns:a16="http://schemas.microsoft.com/office/drawing/2014/main" id="{DD0A14D7-509C-82A8-863A-803375C01428}"/>
                  </a:ext>
                </a:extLst>
              </p:cNvPr>
              <p:cNvSpPr/>
              <p:nvPr/>
            </p:nvSpPr>
            <p:spPr>
              <a:xfrm>
                <a:off x="5909905" y="3906900"/>
                <a:ext cx="1090650" cy="1273950"/>
              </a:xfrm>
              <a:custGeom>
                <a:avLst/>
                <a:gdLst/>
                <a:ahLst/>
                <a:cxnLst/>
                <a:rect l="l" t="t" r="r" b="b"/>
                <a:pathLst>
                  <a:path w="43626" h="50958" extrusionOk="0">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5" y="42750"/>
                    </a:cubicBezTo>
                    <a:lnTo>
                      <a:pt x="20935" y="50957"/>
                    </a:lnTo>
                    <a:lnTo>
                      <a:pt x="22691" y="50942"/>
                    </a:lnTo>
                    <a:lnTo>
                      <a:pt x="22691" y="43610"/>
                    </a:lnTo>
                    <a:cubicBezTo>
                      <a:pt x="34312" y="43147"/>
                      <a:pt x="43626" y="33547"/>
                      <a:pt x="43626" y="21814"/>
                    </a:cubicBezTo>
                    <a:cubicBezTo>
                      <a:pt x="43626" y="9785"/>
                      <a:pt x="33841" y="0"/>
                      <a:pt x="21811" y="0"/>
                    </a:cubicBezTo>
                    <a:close/>
                  </a:path>
                </a:pathLst>
              </a:custGeom>
              <a:solidFill>
                <a:srgbClr val="A5B7C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0" name="Google Shape;11419;p60">
                <a:extLst>
                  <a:ext uri="{FF2B5EF4-FFF2-40B4-BE49-F238E27FC236}">
                    <a16:creationId xmlns:a16="http://schemas.microsoft.com/office/drawing/2014/main" id="{8E9C003F-12C7-F515-4DE5-A4D0512BAE3D}"/>
                  </a:ext>
                </a:extLst>
              </p:cNvPr>
              <p:cNvSpPr/>
              <p:nvPr/>
            </p:nvSpPr>
            <p:spPr>
              <a:xfrm>
                <a:off x="6305530" y="5060800"/>
                <a:ext cx="300875" cy="173300"/>
              </a:xfrm>
              <a:custGeom>
                <a:avLst/>
                <a:gdLst/>
                <a:ahLst/>
                <a:cxnLst/>
                <a:rect l="l" t="t" r="r" b="b"/>
                <a:pathLst>
                  <a:path w="12035" h="6932" extrusionOk="0">
                    <a:moveTo>
                      <a:pt x="11087" y="1"/>
                    </a:moveTo>
                    <a:cubicBezTo>
                      <a:pt x="10861" y="1"/>
                      <a:pt x="10636" y="87"/>
                      <a:pt x="10465" y="260"/>
                    </a:cubicBezTo>
                    <a:lnTo>
                      <a:pt x="6866" y="3859"/>
                    </a:lnTo>
                    <a:lnTo>
                      <a:pt x="5979" y="4742"/>
                    </a:lnTo>
                    <a:lnTo>
                      <a:pt x="5110" y="3874"/>
                    </a:lnTo>
                    <a:lnTo>
                      <a:pt x="1496" y="260"/>
                    </a:lnTo>
                    <a:cubicBezTo>
                      <a:pt x="1342" y="153"/>
                      <a:pt x="1166" y="102"/>
                      <a:pt x="990" y="102"/>
                    </a:cubicBezTo>
                    <a:cubicBezTo>
                      <a:pt x="731" y="102"/>
                      <a:pt x="475" y="214"/>
                      <a:pt x="298" y="427"/>
                    </a:cubicBezTo>
                    <a:cubicBezTo>
                      <a:pt x="1" y="783"/>
                      <a:pt x="23" y="1306"/>
                      <a:pt x="350" y="1636"/>
                    </a:cubicBezTo>
                    <a:lnTo>
                      <a:pt x="5389" y="6675"/>
                    </a:lnTo>
                    <a:cubicBezTo>
                      <a:pt x="5559" y="6846"/>
                      <a:pt x="5784" y="6931"/>
                      <a:pt x="6009" y="6931"/>
                    </a:cubicBezTo>
                    <a:cubicBezTo>
                      <a:pt x="6234" y="6931"/>
                      <a:pt x="6459" y="6846"/>
                      <a:pt x="6632" y="6675"/>
                    </a:cubicBezTo>
                    <a:lnTo>
                      <a:pt x="11667" y="1636"/>
                    </a:lnTo>
                    <a:cubicBezTo>
                      <a:pt x="12016" y="1250"/>
                      <a:pt x="12034" y="668"/>
                      <a:pt x="11712" y="260"/>
                    </a:cubicBezTo>
                    <a:cubicBezTo>
                      <a:pt x="11539" y="87"/>
                      <a:pt x="11313" y="1"/>
                      <a:pt x="11087" y="1"/>
                    </a:cubicBezTo>
                    <a:close/>
                  </a:path>
                </a:pathLst>
              </a:custGeom>
              <a:solidFill>
                <a:srgbClr val="A5B7C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grpSp>
          <p:nvGrpSpPr>
            <p:cNvPr id="6" name="Google Shape;11420;p60">
              <a:extLst>
                <a:ext uri="{FF2B5EF4-FFF2-40B4-BE49-F238E27FC236}">
                  <a16:creationId xmlns:a16="http://schemas.microsoft.com/office/drawing/2014/main" id="{6FBADA93-8480-4232-F01B-9BCC69798A1D}"/>
                </a:ext>
              </a:extLst>
            </p:cNvPr>
            <p:cNvGrpSpPr/>
            <p:nvPr/>
          </p:nvGrpSpPr>
          <p:grpSpPr>
            <a:xfrm>
              <a:off x="5130930" y="3906900"/>
              <a:ext cx="811428" cy="987304"/>
              <a:chOff x="5130930" y="3906900"/>
              <a:chExt cx="1090775" cy="1327200"/>
            </a:xfrm>
          </p:grpSpPr>
          <p:sp>
            <p:nvSpPr>
              <p:cNvPr id="15" name="Google Shape;11421;p60">
                <a:extLst>
                  <a:ext uri="{FF2B5EF4-FFF2-40B4-BE49-F238E27FC236}">
                    <a16:creationId xmlns:a16="http://schemas.microsoft.com/office/drawing/2014/main" id="{9B958A8E-3F13-C464-533C-525AF9762C1C}"/>
                  </a:ext>
                </a:extLst>
              </p:cNvPr>
              <p:cNvSpPr/>
              <p:nvPr/>
            </p:nvSpPr>
            <p:spPr>
              <a:xfrm>
                <a:off x="5306080" y="4082025"/>
                <a:ext cx="740375" cy="740375"/>
              </a:xfrm>
              <a:custGeom>
                <a:avLst/>
                <a:gdLst/>
                <a:ahLst/>
                <a:cxnLst/>
                <a:rect l="l" t="t" r="r" b="b"/>
                <a:pathLst>
                  <a:path w="29615" h="29615" extrusionOk="0">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noFill/>
              <a:ln w="19050"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6" name="Google Shape;11422;p60">
                <a:extLst>
                  <a:ext uri="{FF2B5EF4-FFF2-40B4-BE49-F238E27FC236}">
                    <a16:creationId xmlns:a16="http://schemas.microsoft.com/office/drawing/2014/main" id="{5265621D-D369-6705-200C-7030FECFB628}"/>
                  </a:ext>
                </a:extLst>
              </p:cNvPr>
              <p:cNvSpPr/>
              <p:nvPr/>
            </p:nvSpPr>
            <p:spPr>
              <a:xfrm>
                <a:off x="5130930" y="3906900"/>
                <a:ext cx="1090775" cy="1273950"/>
              </a:xfrm>
              <a:custGeom>
                <a:avLst/>
                <a:gdLst/>
                <a:ahLst/>
                <a:cxnLst/>
                <a:rect l="l" t="t" r="r" b="b"/>
                <a:pathLst>
                  <a:path w="43631" h="50958" extrusionOk="0">
                    <a:moveTo>
                      <a:pt x="21816" y="0"/>
                    </a:moveTo>
                    <a:cubicBezTo>
                      <a:pt x="9786" y="0"/>
                      <a:pt x="1" y="9788"/>
                      <a:pt x="1" y="21814"/>
                    </a:cubicBezTo>
                    <a:cubicBezTo>
                      <a:pt x="12" y="22289"/>
                      <a:pt x="402" y="22672"/>
                      <a:pt x="880" y="22672"/>
                    </a:cubicBezTo>
                    <a:cubicBezTo>
                      <a:pt x="1355" y="22672"/>
                      <a:pt x="1745" y="22289"/>
                      <a:pt x="1756" y="21814"/>
                    </a:cubicBezTo>
                    <a:cubicBezTo>
                      <a:pt x="1756" y="10757"/>
                      <a:pt x="10754" y="1755"/>
                      <a:pt x="21812" y="1755"/>
                    </a:cubicBezTo>
                    <a:cubicBezTo>
                      <a:pt x="32869" y="1755"/>
                      <a:pt x="41871" y="10753"/>
                      <a:pt x="41871" y="21814"/>
                    </a:cubicBezTo>
                    <a:cubicBezTo>
                      <a:pt x="41871" y="32872"/>
                      <a:pt x="32873" y="41870"/>
                      <a:pt x="21816" y="41870"/>
                    </a:cubicBezTo>
                    <a:cubicBezTo>
                      <a:pt x="21329" y="41870"/>
                      <a:pt x="20936" y="42263"/>
                      <a:pt x="20936" y="42750"/>
                    </a:cubicBezTo>
                    <a:lnTo>
                      <a:pt x="20936" y="50957"/>
                    </a:lnTo>
                    <a:lnTo>
                      <a:pt x="22691" y="50942"/>
                    </a:lnTo>
                    <a:lnTo>
                      <a:pt x="22691" y="43610"/>
                    </a:lnTo>
                    <a:cubicBezTo>
                      <a:pt x="34317" y="43147"/>
                      <a:pt x="43630" y="33547"/>
                      <a:pt x="43627" y="21814"/>
                    </a:cubicBezTo>
                    <a:cubicBezTo>
                      <a:pt x="43627" y="9785"/>
                      <a:pt x="33842" y="0"/>
                      <a:pt x="21816" y="0"/>
                    </a:cubicBezTo>
                    <a:close/>
                  </a:path>
                </a:pathLst>
              </a:custGeom>
              <a:solidFill>
                <a:srgbClr val="667E9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7" name="Google Shape;11423;p60">
                <a:extLst>
                  <a:ext uri="{FF2B5EF4-FFF2-40B4-BE49-F238E27FC236}">
                    <a16:creationId xmlns:a16="http://schemas.microsoft.com/office/drawing/2014/main" id="{1E7AF775-2491-1533-BE45-B06014192AB1}"/>
                  </a:ext>
                </a:extLst>
              </p:cNvPr>
              <p:cNvSpPr/>
              <p:nvPr/>
            </p:nvSpPr>
            <p:spPr>
              <a:xfrm>
                <a:off x="5526580" y="5060800"/>
                <a:ext cx="300950" cy="173300"/>
              </a:xfrm>
              <a:custGeom>
                <a:avLst/>
                <a:gdLst/>
                <a:ahLst/>
                <a:cxnLst/>
                <a:rect l="l" t="t" r="r" b="b"/>
                <a:pathLst>
                  <a:path w="12038" h="6932" extrusionOk="0">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7" y="427"/>
                    </a:cubicBezTo>
                    <a:cubicBezTo>
                      <a:pt x="1" y="783"/>
                      <a:pt x="27" y="1306"/>
                      <a:pt x="353" y="1636"/>
                    </a:cubicBezTo>
                    <a:lnTo>
                      <a:pt x="5388" y="6675"/>
                    </a:lnTo>
                    <a:cubicBezTo>
                      <a:pt x="5561" y="6846"/>
                      <a:pt x="5785" y="6931"/>
                      <a:pt x="6010" y="6931"/>
                    </a:cubicBezTo>
                    <a:cubicBezTo>
                      <a:pt x="6234" y="6931"/>
                      <a:pt x="6459" y="6846"/>
                      <a:pt x="6632" y="6675"/>
                    </a:cubicBezTo>
                    <a:lnTo>
                      <a:pt x="11667" y="1636"/>
                    </a:lnTo>
                    <a:cubicBezTo>
                      <a:pt x="12019" y="1250"/>
                      <a:pt x="12038" y="668"/>
                      <a:pt x="11711" y="260"/>
                    </a:cubicBezTo>
                    <a:cubicBezTo>
                      <a:pt x="11539" y="87"/>
                      <a:pt x="11313" y="1"/>
                      <a:pt x="11088" y="1"/>
                    </a:cubicBezTo>
                    <a:close/>
                  </a:path>
                </a:pathLst>
              </a:custGeom>
              <a:solidFill>
                <a:srgbClr val="667E9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grpSp>
          <p:nvGrpSpPr>
            <p:cNvPr id="7" name="Google Shape;11424;p60">
              <a:extLst>
                <a:ext uri="{FF2B5EF4-FFF2-40B4-BE49-F238E27FC236}">
                  <a16:creationId xmlns:a16="http://schemas.microsoft.com/office/drawing/2014/main" id="{345D037D-CDC1-72DB-44A5-0DA9F5E8628A}"/>
                </a:ext>
              </a:extLst>
            </p:cNvPr>
            <p:cNvGrpSpPr/>
            <p:nvPr/>
          </p:nvGrpSpPr>
          <p:grpSpPr>
            <a:xfrm>
              <a:off x="4352048" y="3906900"/>
              <a:ext cx="811335" cy="987304"/>
              <a:chOff x="4352048" y="3906900"/>
              <a:chExt cx="1090650" cy="1327200"/>
            </a:xfrm>
          </p:grpSpPr>
          <p:sp>
            <p:nvSpPr>
              <p:cNvPr id="12" name="Google Shape;11425;p60">
                <a:extLst>
                  <a:ext uri="{FF2B5EF4-FFF2-40B4-BE49-F238E27FC236}">
                    <a16:creationId xmlns:a16="http://schemas.microsoft.com/office/drawing/2014/main" id="{2A31CFE3-078C-4684-AA00-D7AF74328B4C}"/>
                  </a:ext>
                </a:extLst>
              </p:cNvPr>
              <p:cNvSpPr/>
              <p:nvPr/>
            </p:nvSpPr>
            <p:spPr>
              <a:xfrm>
                <a:off x="4527098" y="4082025"/>
                <a:ext cx="740475" cy="740375"/>
              </a:xfrm>
              <a:custGeom>
                <a:avLst/>
                <a:gdLst/>
                <a:ahLst/>
                <a:cxnLst/>
                <a:rect l="l" t="t" r="r" b="b"/>
                <a:pathLst>
                  <a:path w="29619" h="29615" extrusionOk="0">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noFill/>
              <a:ln w="19050" cap="flat" cmpd="sng">
                <a:solidFill>
                  <a:srgbClr val="445D73"/>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3" name="Google Shape;11426;p60">
                <a:extLst>
                  <a:ext uri="{FF2B5EF4-FFF2-40B4-BE49-F238E27FC236}">
                    <a16:creationId xmlns:a16="http://schemas.microsoft.com/office/drawing/2014/main" id="{D2849034-8952-CE25-31A2-394031BCF19D}"/>
                  </a:ext>
                </a:extLst>
              </p:cNvPr>
              <p:cNvSpPr/>
              <p:nvPr/>
            </p:nvSpPr>
            <p:spPr>
              <a:xfrm>
                <a:off x="4352048" y="3906900"/>
                <a:ext cx="1090650" cy="1273950"/>
              </a:xfrm>
              <a:custGeom>
                <a:avLst/>
                <a:gdLst/>
                <a:ahLst/>
                <a:cxnLst/>
                <a:rect l="l" t="t" r="r" b="b"/>
                <a:pathLst>
                  <a:path w="43626" h="50958" extrusionOk="0">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6" y="42750"/>
                    </a:cubicBezTo>
                    <a:lnTo>
                      <a:pt x="20936" y="50957"/>
                    </a:lnTo>
                    <a:lnTo>
                      <a:pt x="22691" y="50942"/>
                    </a:lnTo>
                    <a:lnTo>
                      <a:pt x="22691" y="43610"/>
                    </a:lnTo>
                    <a:cubicBezTo>
                      <a:pt x="34312" y="43147"/>
                      <a:pt x="43626" y="33547"/>
                      <a:pt x="43626" y="21814"/>
                    </a:cubicBezTo>
                    <a:cubicBezTo>
                      <a:pt x="43626" y="9785"/>
                      <a:pt x="33841" y="0"/>
                      <a:pt x="21811" y="0"/>
                    </a:cubicBezTo>
                    <a:close/>
                  </a:path>
                </a:pathLst>
              </a:custGeom>
              <a:solidFill>
                <a:srgbClr val="445D7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4" name="Google Shape;11427;p60">
                <a:extLst>
                  <a:ext uri="{FF2B5EF4-FFF2-40B4-BE49-F238E27FC236}">
                    <a16:creationId xmlns:a16="http://schemas.microsoft.com/office/drawing/2014/main" id="{BA7EB9F9-549B-FBE8-7ED6-5944C803F921}"/>
                  </a:ext>
                </a:extLst>
              </p:cNvPr>
              <p:cNvSpPr/>
              <p:nvPr/>
            </p:nvSpPr>
            <p:spPr>
              <a:xfrm>
                <a:off x="4747698" y="5060800"/>
                <a:ext cx="300850" cy="173300"/>
              </a:xfrm>
              <a:custGeom>
                <a:avLst/>
                <a:gdLst/>
                <a:ahLst/>
                <a:cxnLst/>
                <a:rect l="l" t="t" r="r" b="b"/>
                <a:pathLst>
                  <a:path w="12034" h="6932" extrusionOk="0">
                    <a:moveTo>
                      <a:pt x="11086" y="1"/>
                    </a:moveTo>
                    <a:cubicBezTo>
                      <a:pt x="10860" y="1"/>
                      <a:pt x="10635" y="87"/>
                      <a:pt x="10464" y="260"/>
                    </a:cubicBezTo>
                    <a:lnTo>
                      <a:pt x="6865" y="3859"/>
                    </a:lnTo>
                    <a:lnTo>
                      <a:pt x="5978" y="4742"/>
                    </a:lnTo>
                    <a:lnTo>
                      <a:pt x="5110" y="3874"/>
                    </a:lnTo>
                    <a:lnTo>
                      <a:pt x="1495" y="260"/>
                    </a:lnTo>
                    <a:cubicBezTo>
                      <a:pt x="1341" y="153"/>
                      <a:pt x="1165" y="102"/>
                      <a:pt x="989" y="102"/>
                    </a:cubicBezTo>
                    <a:cubicBezTo>
                      <a:pt x="730" y="102"/>
                      <a:pt x="474" y="214"/>
                      <a:pt x="297" y="427"/>
                    </a:cubicBezTo>
                    <a:cubicBezTo>
                      <a:pt x="0" y="783"/>
                      <a:pt x="22" y="1306"/>
                      <a:pt x="349" y="1636"/>
                    </a:cubicBezTo>
                    <a:lnTo>
                      <a:pt x="5388" y="6675"/>
                    </a:lnTo>
                    <a:cubicBezTo>
                      <a:pt x="5559" y="6846"/>
                      <a:pt x="5783" y="6931"/>
                      <a:pt x="6008" y="6931"/>
                    </a:cubicBezTo>
                    <a:cubicBezTo>
                      <a:pt x="6233" y="6931"/>
                      <a:pt x="6458" y="6846"/>
                      <a:pt x="6631" y="6675"/>
                    </a:cubicBezTo>
                    <a:lnTo>
                      <a:pt x="11666" y="1636"/>
                    </a:lnTo>
                    <a:cubicBezTo>
                      <a:pt x="12015" y="1250"/>
                      <a:pt x="12034" y="668"/>
                      <a:pt x="11711" y="260"/>
                    </a:cubicBezTo>
                    <a:cubicBezTo>
                      <a:pt x="11538" y="87"/>
                      <a:pt x="11312" y="1"/>
                      <a:pt x="11086" y="1"/>
                    </a:cubicBezTo>
                    <a:close/>
                  </a:path>
                </a:pathLst>
              </a:custGeom>
              <a:solidFill>
                <a:srgbClr val="445D7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grpSp>
          <p:nvGrpSpPr>
            <p:cNvPr id="8" name="Google Shape;11428;p60">
              <a:extLst>
                <a:ext uri="{FF2B5EF4-FFF2-40B4-BE49-F238E27FC236}">
                  <a16:creationId xmlns:a16="http://schemas.microsoft.com/office/drawing/2014/main" id="{487314BA-65C2-6C77-F9D6-BBDFC2AF17D6}"/>
                </a:ext>
              </a:extLst>
            </p:cNvPr>
            <p:cNvGrpSpPr/>
            <p:nvPr/>
          </p:nvGrpSpPr>
          <p:grpSpPr>
            <a:xfrm>
              <a:off x="3573092" y="3906900"/>
              <a:ext cx="811409" cy="987304"/>
              <a:chOff x="3573092" y="3906900"/>
              <a:chExt cx="1090750" cy="1327200"/>
            </a:xfrm>
          </p:grpSpPr>
          <p:sp>
            <p:nvSpPr>
              <p:cNvPr id="9" name="Google Shape;11429;p60">
                <a:extLst>
                  <a:ext uri="{FF2B5EF4-FFF2-40B4-BE49-F238E27FC236}">
                    <a16:creationId xmlns:a16="http://schemas.microsoft.com/office/drawing/2014/main" id="{5A965695-AF12-C069-3FEB-441D3B58474F}"/>
                  </a:ext>
                </a:extLst>
              </p:cNvPr>
              <p:cNvSpPr/>
              <p:nvPr/>
            </p:nvSpPr>
            <p:spPr>
              <a:xfrm>
                <a:off x="3748217" y="4082025"/>
                <a:ext cx="740375" cy="740375"/>
              </a:xfrm>
              <a:custGeom>
                <a:avLst/>
                <a:gdLst/>
                <a:ahLst/>
                <a:cxnLst/>
                <a:rect l="l" t="t" r="r" b="b"/>
                <a:pathLst>
                  <a:path w="29615" h="29615" extrusionOk="0">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noFill/>
              <a:ln w="19050"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 name="Google Shape;11430;p60">
                <a:extLst>
                  <a:ext uri="{FF2B5EF4-FFF2-40B4-BE49-F238E27FC236}">
                    <a16:creationId xmlns:a16="http://schemas.microsoft.com/office/drawing/2014/main" id="{10A870AD-5C2E-C8EF-3F82-1050BFF229C4}"/>
                  </a:ext>
                </a:extLst>
              </p:cNvPr>
              <p:cNvSpPr/>
              <p:nvPr/>
            </p:nvSpPr>
            <p:spPr>
              <a:xfrm>
                <a:off x="3573092" y="3906900"/>
                <a:ext cx="1090750" cy="1273950"/>
              </a:xfrm>
              <a:custGeom>
                <a:avLst/>
                <a:gdLst/>
                <a:ahLst/>
                <a:cxnLst/>
                <a:rect l="l" t="t" r="r" b="b"/>
                <a:pathLst>
                  <a:path w="43630" h="50958" extrusionOk="0">
                    <a:moveTo>
                      <a:pt x="21815" y="0"/>
                    </a:moveTo>
                    <a:cubicBezTo>
                      <a:pt x="9785" y="0"/>
                      <a:pt x="0" y="9788"/>
                      <a:pt x="0" y="21814"/>
                    </a:cubicBezTo>
                    <a:cubicBezTo>
                      <a:pt x="11" y="22289"/>
                      <a:pt x="401" y="22672"/>
                      <a:pt x="879" y="22672"/>
                    </a:cubicBezTo>
                    <a:cubicBezTo>
                      <a:pt x="1354" y="22672"/>
                      <a:pt x="1744" y="22289"/>
                      <a:pt x="1755" y="21814"/>
                    </a:cubicBezTo>
                    <a:cubicBezTo>
                      <a:pt x="1755" y="10757"/>
                      <a:pt x="10753" y="1755"/>
                      <a:pt x="21811" y="1755"/>
                    </a:cubicBezTo>
                    <a:cubicBezTo>
                      <a:pt x="32869" y="1755"/>
                      <a:pt x="41870" y="10753"/>
                      <a:pt x="41870" y="21814"/>
                    </a:cubicBezTo>
                    <a:cubicBezTo>
                      <a:pt x="41870" y="32872"/>
                      <a:pt x="32872" y="41870"/>
                      <a:pt x="21815" y="41870"/>
                    </a:cubicBezTo>
                    <a:cubicBezTo>
                      <a:pt x="21329" y="41870"/>
                      <a:pt x="20935" y="42263"/>
                      <a:pt x="20935" y="42750"/>
                    </a:cubicBezTo>
                    <a:lnTo>
                      <a:pt x="20935" y="50957"/>
                    </a:lnTo>
                    <a:lnTo>
                      <a:pt x="22694" y="50942"/>
                    </a:lnTo>
                    <a:lnTo>
                      <a:pt x="22694" y="43610"/>
                    </a:lnTo>
                    <a:cubicBezTo>
                      <a:pt x="34316" y="43147"/>
                      <a:pt x="43629" y="33547"/>
                      <a:pt x="43626" y="21814"/>
                    </a:cubicBezTo>
                    <a:cubicBezTo>
                      <a:pt x="43626" y="9785"/>
                      <a:pt x="33841" y="0"/>
                      <a:pt x="21815" y="0"/>
                    </a:cubicBezTo>
                    <a:close/>
                  </a:path>
                </a:pathLst>
              </a:custGeom>
              <a:solidFill>
                <a:srgbClr val="869FB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1" name="Google Shape;11431;p60">
                <a:extLst>
                  <a:ext uri="{FF2B5EF4-FFF2-40B4-BE49-F238E27FC236}">
                    <a16:creationId xmlns:a16="http://schemas.microsoft.com/office/drawing/2014/main" id="{31D9D98E-DA31-B4D5-7A84-5A983BB62C98}"/>
                  </a:ext>
                </a:extLst>
              </p:cNvPr>
              <p:cNvSpPr/>
              <p:nvPr/>
            </p:nvSpPr>
            <p:spPr>
              <a:xfrm>
                <a:off x="3968717" y="5060800"/>
                <a:ext cx="300950" cy="173300"/>
              </a:xfrm>
              <a:custGeom>
                <a:avLst/>
                <a:gdLst/>
                <a:ahLst/>
                <a:cxnLst/>
                <a:rect l="l" t="t" r="r" b="b"/>
                <a:pathLst>
                  <a:path w="12038" h="6932" extrusionOk="0">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8" y="427"/>
                    </a:cubicBezTo>
                    <a:cubicBezTo>
                      <a:pt x="1" y="783"/>
                      <a:pt x="27" y="1306"/>
                      <a:pt x="353" y="1636"/>
                    </a:cubicBezTo>
                    <a:lnTo>
                      <a:pt x="5389" y="6675"/>
                    </a:lnTo>
                    <a:cubicBezTo>
                      <a:pt x="5561" y="6846"/>
                      <a:pt x="5786" y="6931"/>
                      <a:pt x="6010" y="6931"/>
                    </a:cubicBezTo>
                    <a:cubicBezTo>
                      <a:pt x="6235" y="6931"/>
                      <a:pt x="6459" y="6846"/>
                      <a:pt x="6632" y="6675"/>
                    </a:cubicBezTo>
                    <a:lnTo>
                      <a:pt x="11667" y="1636"/>
                    </a:lnTo>
                    <a:cubicBezTo>
                      <a:pt x="12019" y="1250"/>
                      <a:pt x="12038" y="668"/>
                      <a:pt x="11711" y="260"/>
                    </a:cubicBezTo>
                    <a:cubicBezTo>
                      <a:pt x="11539" y="87"/>
                      <a:pt x="11313" y="1"/>
                      <a:pt x="11088" y="1"/>
                    </a:cubicBezTo>
                    <a:close/>
                  </a:path>
                </a:pathLst>
              </a:custGeom>
              <a:solidFill>
                <a:srgbClr val="869FB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grpSp>
      <p:sp>
        <p:nvSpPr>
          <p:cNvPr id="21" name="TextBox 20">
            <a:extLst>
              <a:ext uri="{FF2B5EF4-FFF2-40B4-BE49-F238E27FC236}">
                <a16:creationId xmlns:a16="http://schemas.microsoft.com/office/drawing/2014/main" id="{B7CE13E4-C9CF-B764-A450-0F8D68A8FD27}"/>
              </a:ext>
            </a:extLst>
          </p:cNvPr>
          <p:cNvSpPr txBox="1"/>
          <p:nvPr/>
        </p:nvSpPr>
        <p:spPr>
          <a:xfrm>
            <a:off x="2455332" y="5087937"/>
            <a:ext cx="864922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a:buChar char="•"/>
            </a:pPr>
            <a:r>
              <a:rPr lang="en-US">
                <a:latin typeface="Calibri"/>
                <a:cs typeface="Calibri"/>
              </a:rPr>
              <a:t>Reduce CO2 Emissions: To mitigate the effects of global warming, implementing policies and practices that reduce CO2 emissions are crucial.</a:t>
            </a:r>
            <a:endParaRPr lang="en-US"/>
          </a:p>
          <a:p>
            <a:pPr marL="285750" indent="-285750" algn="just">
              <a:buFont typeface="Arial"/>
              <a:buChar char="•"/>
            </a:pPr>
            <a:r>
              <a:rPr lang="en-US">
                <a:latin typeface="Calibri"/>
                <a:cs typeface="Calibri"/>
              </a:rPr>
              <a:t>Monitor and Adapt: Continued monitoring of global temperatures and developing adaptation strategies to address the consequences of rising temperatures are essential.</a:t>
            </a:r>
            <a:endParaRPr lang="en-US">
              <a:latin typeface="Calibri"/>
              <a:ea typeface="Calibri"/>
              <a:cs typeface="Calibri"/>
            </a:endParaRPr>
          </a:p>
        </p:txBody>
      </p:sp>
      <p:sp>
        <p:nvSpPr>
          <p:cNvPr id="22" name="TextBox 21">
            <a:extLst>
              <a:ext uri="{FF2B5EF4-FFF2-40B4-BE49-F238E27FC236}">
                <a16:creationId xmlns:a16="http://schemas.microsoft.com/office/drawing/2014/main" id="{93DA5D48-A65A-ADE1-B3BC-B5EDAC1C84C5}"/>
              </a:ext>
            </a:extLst>
          </p:cNvPr>
          <p:cNvSpPr txBox="1"/>
          <p:nvPr/>
        </p:nvSpPr>
        <p:spPr>
          <a:xfrm>
            <a:off x="2459691" y="1647264"/>
            <a:ext cx="8642536" cy="17851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Symbol,Sans-Serif"/>
              <a:buChar char="•"/>
            </a:pPr>
            <a:r>
              <a:rPr lang="en-US">
                <a:latin typeface="Calibri"/>
                <a:ea typeface="Calibri"/>
                <a:cs typeface="Calibri"/>
              </a:rPr>
              <a:t>Transitioning to renewable energy sources like biomass to run industries. As of now coal is the major source to power the industries, which is also a great contributor to Co2 emissions.</a:t>
            </a:r>
          </a:p>
          <a:p>
            <a:pPr marL="285750" indent="-285750" algn="just">
              <a:buFont typeface="Symbol,Sans-Serif"/>
              <a:buChar char="•"/>
            </a:pPr>
            <a:r>
              <a:rPr lang="en-US">
                <a:latin typeface="Calibri"/>
                <a:ea typeface="Calibri"/>
                <a:cs typeface="Calibri"/>
              </a:rPr>
              <a:t>Establishing Green Financing (Loans and Grants to Industries that promote environmental-friendly activities) will encourage Industries to tune their processes and implement methods that reduce their overall Co2 emissions.</a:t>
            </a:r>
            <a:endParaRPr lang="en-US"/>
          </a:p>
        </p:txBody>
      </p:sp>
      <p:sp>
        <p:nvSpPr>
          <p:cNvPr id="3" name="TextBox 2">
            <a:extLst>
              <a:ext uri="{FF2B5EF4-FFF2-40B4-BE49-F238E27FC236}">
                <a16:creationId xmlns:a16="http://schemas.microsoft.com/office/drawing/2014/main" id="{E38C1237-8F40-3C86-CD3F-EA35B3787C9D}"/>
              </a:ext>
            </a:extLst>
          </p:cNvPr>
          <p:cNvSpPr txBox="1"/>
          <p:nvPr/>
        </p:nvSpPr>
        <p:spPr>
          <a:xfrm>
            <a:off x="2459690" y="3609675"/>
            <a:ext cx="8642536"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Symbol,Sans-Serif"/>
              <a:buChar char="•"/>
            </a:pPr>
            <a:r>
              <a:rPr lang="en-US">
                <a:latin typeface="Calibri"/>
                <a:cs typeface="Calibri"/>
              </a:rPr>
              <a:t>Countries should focus on promoting waste reduction and recycling practices to minimize incineration, while also exploring technologies like Carbon Capture Storage (CCS) to address CO2 emissions from nuclear power plant operations or wastewater treatment processes.</a:t>
            </a:r>
          </a:p>
          <a:p>
            <a:pPr marL="285750" indent="-285750" algn="just">
              <a:buFont typeface="Symbol,Sans-Serif"/>
              <a:buChar char="•"/>
            </a:pPr>
            <a:endParaRPr lang="en-US">
              <a:latin typeface="Calibri"/>
              <a:ea typeface="Calibri"/>
              <a:cs typeface="Calibri"/>
            </a:endParaRPr>
          </a:p>
        </p:txBody>
      </p:sp>
    </p:spTree>
    <p:extLst>
      <p:ext uri="{BB962C8B-B14F-4D97-AF65-F5344CB8AC3E}">
        <p14:creationId xmlns:p14="http://schemas.microsoft.com/office/powerpoint/2010/main" val="144944313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webextension1.xml><?xml version="1.0" encoding="utf-8"?>
<we:webextension xmlns:we="http://schemas.microsoft.com/office/webextensions/webextension/2010/11" id="{14710B70-758A-498B-8359-26BE98032FFE}">
  <we:reference id="wa200003233" version="2.0.0.3" store="en-US" storeType="OMEX"/>
  <we:alternateReferences>
    <we:reference id="WA200003233" version="2.0.0.3" store="WA200003233" storeType="OMEX"/>
  </we:alternateReferences>
  <we:properties>
    <we:property name="artifactViewState" value="&quot;live&quot;"/>
    <we:property name="backgroundColor" value="&quot;#FFFFFF&quot;"/>
    <we:property name="bookmark" value="&quot;H4sIAAAAAAAAA+1XTW/bMAz9K4XOxmAnTtz0lqYdduiGoi0KDEUOlEQ7ahXLkOWsXpH/Pkp21q8MAYYctiKnyI80yUc9MvATk6quNLTfYInshJ0a87AE+3CUsIiVHTbhx4N0jFkKUmYijQEyTlZTOWXKmp08MQe2QHer6ga0D0Tg3TxioPUlFP4pB11jxCq0tSlBq5/YOZPJ2QbXEcPHShsLPuS1A4c+7Irc6ZlKSD4NKSMIp1Z4jcJ16BVWxrrNc8Tq7hRKem3zwULCmSkdqJICe2yM+XEsMj4e8FyOJykH5B7PlXa9C2/PHytLfIhlW/l2TOUKSoGShaIt1nWf4YtCC1Ys2gtcofbI+Xb7e9OlNdQb196CVV0PTGMFvnfs8CvMg6l0ylE0dr1AdAlbUx/7e/wdiKrcBCf4zHfWu72oJYBHz4A39wzYdwQbgIX5MbNIjpKdxOtodzOmRWGxgE33X7OYGd0st+A72b2gMiV1kLhucEkIuMZ2xD43ZX/lyfu654TUqix0L79nXdx0dDRJY7YA67y++T2px4uA3jJWoj1tgw7OlN3IKon+dMcfTgPr+WYAKdb9i0mb0auFsV1vPi7/+dqDkxHEo8FQHOdyMM6zZDwcTA4b47AxDhvjsDG2bwyBg5hzwXMex2IS52kCsHNj9B1SghT3dk72MQoz05TOtv/roKZ/MajUb43yK1RvB3W3RPfb8U4WQz6RIykyyPlICOTDNNv9R3KQxd739z8li6CM5yrYEum7yh9M4+oKBF5CiSF31YVQGPzoIqCUnnE4W/97oUhHHeFb0E3g6r/CWEgTsv0Cqfs9MP0NAAA=&quot;"/>
    <we:property name="creatorSessionId" value="&quot;2ca2dd0b-a3db-4a7d-997b-a772269d4088&quot;"/>
    <we:property name="creatorTenantId" value="&quot;8d281d1d-9c4d-4bf7-b16e-032d15de9f6c&quot;"/>
    <we:property name="creatorUserId" value="&quot;10032001CCC24F9B&quot;"/>
    <we:property name="datasetId" value="&quot;d483eb90-e382-4d60-a427-e7e35ee58afb&quot;"/>
    <we:property name="embedUrl" value="&quot;/reportEmbed?reportId=d5de37a3-4b8c-414e-8eab-d62872eee60c&amp;config=eyJjbHVzdGVyVXJsIjoiaHR0cHM6Ly9XQUJJLVVTLU5PUlRILUNFTlRSQUwtcmVkaXJlY3QuYW5hbHlzaXMud2luZG93cy5uZXQiLCJlbWJlZEZlYXR1cmVzIjp7InVzYWdlTWV0cmljc1ZOZXh0Ijp0cnVlfX0%3D&amp;disableSensitivityBanner=true&quot;"/>
    <we:property name="initialStateBookmark" value="&quot;H4sIAAAAAAAAA+1XyW7bMBD9lYBnoZC8xrk5josC2Qw7MFAURjGkRjITWhQoyo0a+N87pGRna5AizSWBTybf0DNvFj2JdyyWRa6guoAVsiN2rPXNCszNQcQCljXY5eXp+XB6+vNieD4mWOdW6qxgR3fMgknRzmVRgnIeCPyxCBgoNYHU7RJQBQYsR1PoDJT8jfVhMllT4iZgeJsrbcC5nFmw6Nyu6TjtKXb0pU0RQVi5xhkKW6NTzLWx233AinrlKT22OWc+4EhnFmRGjh3W5oO4G4s+JLwrBPJ2pz9weCKVbY7wanybG8qHsqxyV4cRsUu1kQIU87wNFkUTZKRVufKr8SN8pksjcIqJN2VW2oo8zZaINmIbSn9iNBXHoyNdZtZUHl7qXyODFDBmR+Em2HEYxmvIBKFPCQzT1GAK26TH785uSE2hnl7hihCwpUF/4muZNZWOnvNeEFLILFVN1+/bcVWnQ/VWGJ9D7saKX1PTXO03245T+OsHrW0aUPmmvG/FFxtnEtgKORc84WEoBmHSiQD2Y/F/Y9H5+GMx6ELYbbXFYRK3ekk/6rVbr6vFiy35JqlQRiyrM1yjes50Z39u2nKcg5G1Yvqs3pBtI/c7R+xRAU6cDrtjD7h48OAecOYmA/YdwXzU+XyLbCl6kYyWYOzT+dQmRnNcT+KJNNuXUBS81ONPNwObxb88pZ83/1oxepgchqLPey2exL1BhwPyvWLsFWOvGHvF+JtieNG4nwu2QrpXuYUubZGDwAlk6OuQ1/Ek+nP0aEAWuxn0a+N+zyRJTD2Cc1Cl/55ytzDmg9BUSq7wlT+4uxnztDy7P+GpfnUmDgAA&quot;"/>
    <we:property name="isFiltersActionButtonVisible" value="true"/>
    <we:property name="isVisualContainerHeaderHidden" value="false"/>
    <we:property name="pageDisplayName" value="&quot;Page 1&quot;"/>
    <we:property name="pageName" value="&quot;ReportSection&quot;"/>
    <we:property name="pptInsertionSessionID" value="&quot;DF5806EC-85DD-4D96-A002-38AE8D99E837&quot;"/>
    <we:property name="reportEmbeddedTime" value="&quot;2024-04-30T17:26:18.827Z&quot;"/>
    <we:property name="reportName" value="&quot;CO2-Temperature&quot;"/>
    <we:property name="reportState" value="&quot;CONNECTED&quot;"/>
    <we:property name="reportUrl" value="&quot;/groups/me/reports/d5de37a3-4b8c-414e-8eab-d62872eee60c/ReportSection?experience=power-bi&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0</TotalTime>
  <Words>466</Words>
  <Application>Microsoft Office PowerPoint</Application>
  <PresentationFormat>Widescreen</PresentationFormat>
  <Paragraphs>39</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Aptos</vt:lpstr>
      <vt:lpstr>Aptos Display</vt:lpstr>
      <vt:lpstr>Arial</vt:lpstr>
      <vt:lpstr>Arial,Sans-Serif</vt:lpstr>
      <vt:lpstr>Calibri</vt:lpstr>
      <vt:lpstr>Symbol,Sans-Serif</vt:lpstr>
      <vt:lpstr>Office Theme</vt:lpstr>
      <vt:lpstr>Global CO2 Emissions </vt:lpstr>
      <vt:lpstr>Introduction</vt:lpstr>
      <vt:lpstr>Co2 Emissions by Industrial Sector</vt:lpstr>
      <vt:lpstr>Co2 emissions by Industrial Combustion</vt:lpstr>
      <vt:lpstr>PowerPoint Presentation</vt:lpstr>
      <vt:lpstr>Carbon Emissions in the Waste Sector</vt:lpstr>
      <vt:lpstr>Best Waste Management Country</vt:lpstr>
      <vt:lpstr>Global Temperature due to Co2 Emissions</vt:lpstr>
      <vt:lpstr>Dashboard for Global Temperatures</vt:lpstr>
      <vt:lpstr>CO2 Emission for most polluting countries &amp; their forest coverage Link</vt:lpstr>
      <vt:lpstr>Recommendations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Dharam, Tanmayee Ashok</cp:lastModifiedBy>
  <cp:revision>1</cp:revision>
  <dcterms:created xsi:type="dcterms:W3CDTF">2013-07-15T20:26:40Z</dcterms:created>
  <dcterms:modified xsi:type="dcterms:W3CDTF">2024-06-21T03:03:32Z</dcterms:modified>
</cp:coreProperties>
</file>